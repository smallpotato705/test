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5" r:id="rId10"/>
    <p:sldId id="266" r:id="rId11"/>
    <p:sldId id="26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068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830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96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9036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90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93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81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55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3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43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55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09939-3B4C-463A-AA51-39BFAAF87A34}" type="datetimeFigureOut">
              <a:rPr lang="zh-TW" altLang="en-US" smtClean="0"/>
              <a:t>2018/10/28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6DA38-2BDE-40DC-8E82-028C3ADCC8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8497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0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4.emf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3.emf"/><Relationship Id="rId16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5.emf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/>
          <p:cNvCxnSpPr/>
          <p:nvPr/>
        </p:nvCxnSpPr>
        <p:spPr>
          <a:xfrm>
            <a:off x="2696066" y="3836709"/>
            <a:ext cx="48972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828828" y="1734532"/>
            <a:ext cx="0" cy="231506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/>
          <p:nvPr/>
        </p:nvCxnSpPr>
        <p:spPr>
          <a:xfrm flipV="1">
            <a:off x="3082565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/>
          <p:nvPr/>
        </p:nvCxnSpPr>
        <p:spPr>
          <a:xfrm flipV="1">
            <a:off x="3359713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 flipV="1">
            <a:off x="3636861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/>
          <p:nvPr/>
        </p:nvCxnSpPr>
        <p:spPr>
          <a:xfrm flipV="1">
            <a:off x="3914009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/>
          <p:nvPr/>
        </p:nvCxnSpPr>
        <p:spPr>
          <a:xfrm flipV="1">
            <a:off x="4191157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V="1">
            <a:off x="4468305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/>
          <p:nvPr/>
        </p:nvCxnSpPr>
        <p:spPr>
          <a:xfrm flipV="1">
            <a:off x="4745453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/>
          <p:nvPr/>
        </p:nvCxnSpPr>
        <p:spPr>
          <a:xfrm flipV="1">
            <a:off x="5022601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/>
          <p:nvPr/>
        </p:nvCxnSpPr>
        <p:spPr>
          <a:xfrm flipV="1">
            <a:off x="5299749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 flipV="1">
            <a:off x="5576897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 flipV="1">
            <a:off x="5854045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V="1">
            <a:off x="6131193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 flipV="1">
            <a:off x="6408341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 flipV="1">
            <a:off x="6685489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/>
          <p:nvPr/>
        </p:nvCxnSpPr>
        <p:spPr>
          <a:xfrm flipV="1">
            <a:off x="6962637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/>
          <p:nvPr/>
        </p:nvCxnSpPr>
        <p:spPr>
          <a:xfrm flipV="1">
            <a:off x="7239786" y="3648981"/>
            <a:ext cx="0" cy="3668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4483157" y="4189196"/>
            <a:ext cx="137088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rame index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 rot="16200000">
            <a:off x="1960496" y="2707398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661559" y="4021484"/>
            <a:ext cx="489082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0    1    2    3    4     5   6     7    8    9    10  11   12  13  14  15   16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線接點 62"/>
          <p:cNvCxnSpPr/>
          <p:nvPr/>
        </p:nvCxnSpPr>
        <p:spPr>
          <a:xfrm>
            <a:off x="2701173" y="3572758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/>
          <p:nvPr/>
        </p:nvCxnSpPr>
        <p:spPr>
          <a:xfrm>
            <a:off x="2701173" y="3332826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2701173" y="3092891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接點 66"/>
          <p:cNvCxnSpPr/>
          <p:nvPr/>
        </p:nvCxnSpPr>
        <p:spPr>
          <a:xfrm>
            <a:off x="2701173" y="2852956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/>
          <p:cNvCxnSpPr/>
          <p:nvPr/>
        </p:nvCxnSpPr>
        <p:spPr>
          <a:xfrm>
            <a:off x="2701173" y="2613021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>
            <a:off x="2701173" y="2373086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/>
          <p:nvPr/>
        </p:nvCxnSpPr>
        <p:spPr>
          <a:xfrm>
            <a:off x="2701173" y="2133151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/>
          <p:cNvCxnSpPr/>
          <p:nvPr/>
        </p:nvCxnSpPr>
        <p:spPr>
          <a:xfrm>
            <a:off x="2701173" y="1893216"/>
            <a:ext cx="24981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/>
          <p:cNvSpPr txBox="1"/>
          <p:nvPr/>
        </p:nvSpPr>
        <p:spPr>
          <a:xfrm>
            <a:off x="2437875" y="1756250"/>
            <a:ext cx="274434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73" name="文字方塊 72"/>
          <p:cNvSpPr txBox="1"/>
          <p:nvPr/>
        </p:nvSpPr>
        <p:spPr>
          <a:xfrm>
            <a:off x="2437875" y="2472682"/>
            <a:ext cx="274434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4" name="文字方塊 73"/>
          <p:cNvSpPr txBox="1"/>
          <p:nvPr/>
        </p:nvSpPr>
        <p:spPr>
          <a:xfrm>
            <a:off x="2437875" y="3190657"/>
            <a:ext cx="274434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TW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橢圓 75"/>
          <p:cNvSpPr/>
          <p:nvPr/>
        </p:nvSpPr>
        <p:spPr>
          <a:xfrm>
            <a:off x="2964372" y="345927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橢圓 76"/>
          <p:cNvSpPr/>
          <p:nvPr/>
        </p:nvSpPr>
        <p:spPr>
          <a:xfrm>
            <a:off x="3266615" y="322282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3539560" y="345254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3763452" y="296369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4023054" y="272898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4335672" y="2502023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/>
          <p:cNvSpPr/>
          <p:nvPr/>
        </p:nvSpPr>
        <p:spPr>
          <a:xfrm>
            <a:off x="4643680" y="250737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4904408" y="2280414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5148785" y="2040343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5463418" y="227071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5756855" y="251363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6058878" y="277858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6318480" y="277858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6572010" y="2987717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6858184" y="3216068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7098623" y="3007046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81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群組 74"/>
          <p:cNvGrpSpPr/>
          <p:nvPr/>
        </p:nvGrpSpPr>
        <p:grpSpPr>
          <a:xfrm>
            <a:off x="2131056" y="1734532"/>
            <a:ext cx="5462235" cy="2823996"/>
            <a:chOff x="2131056" y="1692112"/>
            <a:chExt cx="5462235" cy="2823996"/>
          </a:xfrm>
        </p:grpSpPr>
        <p:cxnSp>
          <p:nvCxnSpPr>
            <p:cNvPr id="5" name="直線接點 4"/>
            <p:cNvCxnSpPr/>
            <p:nvPr/>
          </p:nvCxnSpPr>
          <p:spPr>
            <a:xfrm>
              <a:off x="2696066" y="3794289"/>
              <a:ext cx="48972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/>
            <p:cNvCxnSpPr/>
            <p:nvPr/>
          </p:nvCxnSpPr>
          <p:spPr>
            <a:xfrm>
              <a:off x="2828828" y="1692112"/>
              <a:ext cx="0" cy="23150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308256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V="1">
              <a:off x="335971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 flipV="1">
              <a:off x="363686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391400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419115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 flipV="1">
              <a:off x="446830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/>
            <p:cNvCxnSpPr/>
            <p:nvPr/>
          </p:nvCxnSpPr>
          <p:spPr>
            <a:xfrm flipV="1">
              <a:off x="474545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 flipV="1">
              <a:off x="502260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 flipV="1">
              <a:off x="529974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 flipV="1">
              <a:off x="557689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 flipV="1">
              <a:off x="585404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 flipV="1">
              <a:off x="613119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 flipV="1">
              <a:off x="640834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 flipV="1">
              <a:off x="668548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V="1">
              <a:off x="696263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/>
            <p:nvPr/>
          </p:nvCxnSpPr>
          <p:spPr>
            <a:xfrm flipV="1">
              <a:off x="7239786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/>
            <p:cNvSpPr txBox="1"/>
            <p:nvPr/>
          </p:nvSpPr>
          <p:spPr>
            <a:xfrm>
              <a:off x="4483157" y="4146776"/>
              <a:ext cx="13708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rame index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 rot="16200000">
              <a:off x="1960496" y="2664978"/>
              <a:ext cx="710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2661559" y="3979064"/>
              <a:ext cx="48908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0    1    2    3    4     5   6     7    8    9    10  11   12  13  14  15   16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線接點 62"/>
            <p:cNvCxnSpPr/>
            <p:nvPr/>
          </p:nvCxnSpPr>
          <p:spPr>
            <a:xfrm>
              <a:off x="2701173" y="3530338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>
              <a:off x="2701173" y="329040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/>
            <p:nvPr/>
          </p:nvCxnSpPr>
          <p:spPr>
            <a:xfrm>
              <a:off x="2701173" y="305047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/>
            <p:nvPr/>
          </p:nvCxnSpPr>
          <p:spPr>
            <a:xfrm>
              <a:off x="2701173" y="281053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>
              <a:off x="2701173" y="257060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/>
            <p:nvPr/>
          </p:nvCxnSpPr>
          <p:spPr>
            <a:xfrm>
              <a:off x="2701173" y="233066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/>
            <p:nvPr/>
          </p:nvCxnSpPr>
          <p:spPr>
            <a:xfrm>
              <a:off x="2701173" y="209073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>
              <a:off x="2701173" y="185079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2437875" y="1713830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437875" y="2430262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2437875" y="3148237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橢圓 75"/>
          <p:cNvSpPr/>
          <p:nvPr/>
        </p:nvSpPr>
        <p:spPr>
          <a:xfrm>
            <a:off x="2964372" y="345927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橢圓 76"/>
          <p:cNvSpPr/>
          <p:nvPr/>
        </p:nvSpPr>
        <p:spPr>
          <a:xfrm>
            <a:off x="3266615" y="322282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3539560" y="345254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3763452" y="296369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4023054" y="2728981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4335672" y="2502023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/>
          <p:cNvSpPr/>
          <p:nvPr/>
        </p:nvSpPr>
        <p:spPr>
          <a:xfrm>
            <a:off x="4643680" y="250737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4904408" y="2280414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5148785" y="2040343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5463418" y="227071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5756855" y="251363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6058878" y="277858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6318480" y="277858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6572010" y="2987717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6858184" y="3216068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7098623" y="3007046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/>
          <p:cNvCxnSpPr/>
          <p:nvPr/>
        </p:nvCxnSpPr>
        <p:spPr>
          <a:xfrm flipV="1">
            <a:off x="3359713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V="1">
            <a:off x="4468305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 flipV="1">
            <a:off x="5576897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V="1">
            <a:off x="6685489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0349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群組 74"/>
          <p:cNvGrpSpPr/>
          <p:nvPr/>
        </p:nvGrpSpPr>
        <p:grpSpPr>
          <a:xfrm>
            <a:off x="2131056" y="1734532"/>
            <a:ext cx="5462235" cy="2823996"/>
            <a:chOff x="2131056" y="1692112"/>
            <a:chExt cx="5462235" cy="2823996"/>
          </a:xfrm>
        </p:grpSpPr>
        <p:cxnSp>
          <p:nvCxnSpPr>
            <p:cNvPr id="5" name="直線接點 4"/>
            <p:cNvCxnSpPr/>
            <p:nvPr/>
          </p:nvCxnSpPr>
          <p:spPr>
            <a:xfrm>
              <a:off x="2696066" y="3794289"/>
              <a:ext cx="48972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/>
            <p:cNvCxnSpPr/>
            <p:nvPr/>
          </p:nvCxnSpPr>
          <p:spPr>
            <a:xfrm>
              <a:off x="2828828" y="1692112"/>
              <a:ext cx="0" cy="23150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308256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V="1">
              <a:off x="335971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 flipV="1">
              <a:off x="363686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391400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/>
            <p:nvPr/>
          </p:nvCxnSpPr>
          <p:spPr>
            <a:xfrm flipV="1">
              <a:off x="419115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 flipV="1">
              <a:off x="446830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/>
            <p:cNvCxnSpPr/>
            <p:nvPr/>
          </p:nvCxnSpPr>
          <p:spPr>
            <a:xfrm flipV="1">
              <a:off x="474545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 flipV="1">
              <a:off x="502260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 flipV="1">
              <a:off x="529974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 flipV="1">
              <a:off x="557689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 flipV="1">
              <a:off x="585404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 flipV="1">
              <a:off x="613119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 flipV="1">
              <a:off x="640834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 flipV="1">
              <a:off x="668548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V="1">
              <a:off x="696263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/>
            <p:cNvCxnSpPr/>
            <p:nvPr/>
          </p:nvCxnSpPr>
          <p:spPr>
            <a:xfrm flipV="1">
              <a:off x="7239786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字方塊 54"/>
            <p:cNvSpPr txBox="1"/>
            <p:nvPr/>
          </p:nvSpPr>
          <p:spPr>
            <a:xfrm>
              <a:off x="4483157" y="4146776"/>
              <a:ext cx="13708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rame index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 rot="16200000">
              <a:off x="1960496" y="2664978"/>
              <a:ext cx="710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2661559" y="3979064"/>
              <a:ext cx="48908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0    1    2    3    4     5   6     7    8    9    10  11   12  13  14  15   16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線接點 62"/>
            <p:cNvCxnSpPr/>
            <p:nvPr/>
          </p:nvCxnSpPr>
          <p:spPr>
            <a:xfrm>
              <a:off x="2701173" y="3530338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接點 64"/>
            <p:cNvCxnSpPr/>
            <p:nvPr/>
          </p:nvCxnSpPr>
          <p:spPr>
            <a:xfrm>
              <a:off x="2701173" y="329040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/>
            <p:nvPr/>
          </p:nvCxnSpPr>
          <p:spPr>
            <a:xfrm>
              <a:off x="2701173" y="305047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/>
            <p:nvPr/>
          </p:nvCxnSpPr>
          <p:spPr>
            <a:xfrm>
              <a:off x="2701173" y="281053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/>
            <p:nvPr/>
          </p:nvCxnSpPr>
          <p:spPr>
            <a:xfrm>
              <a:off x="2701173" y="257060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接點 68"/>
            <p:cNvCxnSpPr/>
            <p:nvPr/>
          </p:nvCxnSpPr>
          <p:spPr>
            <a:xfrm>
              <a:off x="2701173" y="233066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/>
            <p:nvPr/>
          </p:nvCxnSpPr>
          <p:spPr>
            <a:xfrm>
              <a:off x="2701173" y="209073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/>
            <p:nvPr/>
          </p:nvCxnSpPr>
          <p:spPr>
            <a:xfrm>
              <a:off x="2701173" y="185079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2437875" y="1713830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437875" y="2430262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2437875" y="3148237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橢圓 75"/>
          <p:cNvSpPr/>
          <p:nvPr/>
        </p:nvSpPr>
        <p:spPr>
          <a:xfrm>
            <a:off x="2964372" y="3459279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橢圓 76"/>
          <p:cNvSpPr/>
          <p:nvPr/>
        </p:nvSpPr>
        <p:spPr>
          <a:xfrm>
            <a:off x="3266615" y="3222821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3539560" y="3452541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3763452" y="296369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4023054" y="2728981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橢圓 80"/>
          <p:cNvSpPr/>
          <p:nvPr/>
        </p:nvSpPr>
        <p:spPr>
          <a:xfrm>
            <a:off x="4335672" y="2502023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橢圓 81"/>
          <p:cNvSpPr/>
          <p:nvPr/>
        </p:nvSpPr>
        <p:spPr>
          <a:xfrm>
            <a:off x="4643680" y="2507372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橢圓 82"/>
          <p:cNvSpPr/>
          <p:nvPr/>
        </p:nvSpPr>
        <p:spPr>
          <a:xfrm>
            <a:off x="4904408" y="2280414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橢圓 83"/>
          <p:cNvSpPr/>
          <p:nvPr/>
        </p:nvSpPr>
        <p:spPr>
          <a:xfrm>
            <a:off x="5148785" y="2040343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橢圓 84"/>
          <p:cNvSpPr/>
          <p:nvPr/>
        </p:nvSpPr>
        <p:spPr>
          <a:xfrm>
            <a:off x="5463418" y="2270719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橢圓 85"/>
          <p:cNvSpPr/>
          <p:nvPr/>
        </p:nvSpPr>
        <p:spPr>
          <a:xfrm>
            <a:off x="5756855" y="2513632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橢圓 86"/>
          <p:cNvSpPr/>
          <p:nvPr/>
        </p:nvSpPr>
        <p:spPr>
          <a:xfrm>
            <a:off x="6058878" y="277858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橢圓 87"/>
          <p:cNvSpPr/>
          <p:nvPr/>
        </p:nvSpPr>
        <p:spPr>
          <a:xfrm>
            <a:off x="6318480" y="2778585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橢圓 88"/>
          <p:cNvSpPr/>
          <p:nvPr/>
        </p:nvSpPr>
        <p:spPr>
          <a:xfrm>
            <a:off x="6572010" y="2987717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橢圓 89"/>
          <p:cNvSpPr/>
          <p:nvPr/>
        </p:nvSpPr>
        <p:spPr>
          <a:xfrm>
            <a:off x="6858184" y="3216068"/>
            <a:ext cx="226958" cy="22695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橢圓 90"/>
          <p:cNvSpPr/>
          <p:nvPr/>
        </p:nvSpPr>
        <p:spPr>
          <a:xfrm>
            <a:off x="7098623" y="3007046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接點 2"/>
          <p:cNvCxnSpPr/>
          <p:nvPr/>
        </p:nvCxnSpPr>
        <p:spPr>
          <a:xfrm flipV="1">
            <a:off x="3359713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/>
          <p:nvPr/>
        </p:nvCxnSpPr>
        <p:spPr>
          <a:xfrm flipV="1">
            <a:off x="4468305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/>
          <p:nvPr/>
        </p:nvCxnSpPr>
        <p:spPr>
          <a:xfrm flipV="1">
            <a:off x="5576897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/>
          <p:nvPr/>
        </p:nvCxnSpPr>
        <p:spPr>
          <a:xfrm flipV="1">
            <a:off x="6685489" y="1734532"/>
            <a:ext cx="0" cy="228126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橢圓 59"/>
              <p:cNvSpPr/>
              <p:nvPr/>
            </p:nvSpPr>
            <p:spPr>
              <a:xfrm>
                <a:off x="3257940" y="3343418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橢圓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940" y="3343418"/>
                <a:ext cx="226958" cy="226958"/>
              </a:xfrm>
              <a:prstGeom prst="ellipse">
                <a:avLst/>
              </a:prstGeom>
              <a:blipFill>
                <a:blip r:embed="rId2"/>
                <a:stretch>
                  <a:fillRect l="-12500" b="-5000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橢圓 61"/>
              <p:cNvSpPr/>
              <p:nvPr/>
            </p:nvSpPr>
            <p:spPr>
              <a:xfrm>
                <a:off x="4338498" y="2570245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橢圓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498" y="2570245"/>
                <a:ext cx="226958" cy="226958"/>
              </a:xfrm>
              <a:prstGeom prst="ellipse">
                <a:avLst/>
              </a:prstGeom>
              <a:blipFill>
                <a:blip r:embed="rId3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橢圓 63"/>
              <p:cNvSpPr/>
              <p:nvPr/>
            </p:nvSpPr>
            <p:spPr>
              <a:xfrm>
                <a:off x="5463418" y="2317025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4" name="橢圓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418" y="2317025"/>
                <a:ext cx="226958" cy="226958"/>
              </a:xfrm>
              <a:prstGeom prst="ellipse">
                <a:avLst/>
              </a:prstGeom>
              <a:blipFill>
                <a:blip r:embed="rId4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橢圓 91"/>
              <p:cNvSpPr/>
              <p:nvPr/>
            </p:nvSpPr>
            <p:spPr>
              <a:xfrm>
                <a:off x="6572010" y="2987717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橢圓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010" y="2987717"/>
                <a:ext cx="226958" cy="226958"/>
              </a:xfrm>
              <a:prstGeom prst="ellipse">
                <a:avLst/>
              </a:prstGeom>
              <a:blipFill>
                <a:blip r:embed="rId5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95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045353"/>
                  </p:ext>
                </p:extLst>
              </p:nvPr>
            </p:nvGraphicFramePr>
            <p:xfrm>
              <a:off x="2031482" y="1106166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045353"/>
                  </p:ext>
                </p:extLst>
              </p:nvPr>
            </p:nvGraphicFramePr>
            <p:xfrm>
              <a:off x="2031482" y="1106166"/>
              <a:ext cx="7942079" cy="11171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83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000" t="-200000" r="-14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000" t="-200000" r="-13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000" t="-200000" r="-12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78261" t="-200000" r="-1215942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8571" t="-200000" r="-10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8571" t="-200000" r="-9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8571" t="-200000" r="-8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82609" t="-200000" r="-81159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7143" t="-200000" r="-7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7143" t="-200000" r="-6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5507" t="-200000" r="-508696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5714" t="-200000" r="-4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5714" t="-200000" r="-3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5714" t="-200000" r="-2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9855" t="-200000" r="-10434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64286" t="-200000" r="-2857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1193982" y="95595"/>
            <a:ext cx="6077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1     1     1     4     2     2     2     3     3     3     2     2     2     4     1     4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TW" altLang="en-US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=[1, 2, 1, 3, 4, 5, 5, 6, 7, 6, 5, 4, 4, 3, 2, 3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  <a:blipFill>
                <a:blip r:embed="rId3"/>
                <a:stretch>
                  <a:fillRect t="-128333" r="-10102" b="-19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66231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36542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06853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8771643" y="1145356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89522" y="2912882"/>
            <a:ext cx="5462235" cy="2823996"/>
            <a:chOff x="2131056" y="1692112"/>
            <a:chExt cx="5462235" cy="2823996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696066" y="3794289"/>
              <a:ext cx="48972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28828" y="1692112"/>
              <a:ext cx="0" cy="23150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308256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35971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63686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91400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419115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446830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474545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502260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529974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 flipV="1">
              <a:off x="557689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585404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613119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640834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V="1">
              <a:off x="668548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 flipV="1">
              <a:off x="696263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7239786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4483157" y="4146776"/>
              <a:ext cx="13708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rame index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1960496" y="2664978"/>
              <a:ext cx="710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2661559" y="3979064"/>
              <a:ext cx="48908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0    1    2    3    4     5   6     7    8    9    10  11   12  13  14  15   16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/>
            <p:cNvCxnSpPr/>
            <p:nvPr/>
          </p:nvCxnSpPr>
          <p:spPr>
            <a:xfrm>
              <a:off x="2701173" y="3530338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2701173" y="329040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2701173" y="305047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2701173" y="281053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2701173" y="257060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2701173" y="233066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2701173" y="209073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>
              <a:off x="2701173" y="185079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437875" y="1713830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437875" y="2430262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437875" y="3148237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橢圓 55"/>
          <p:cNvSpPr/>
          <p:nvPr/>
        </p:nvSpPr>
        <p:spPr>
          <a:xfrm>
            <a:off x="3522838" y="463762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3825081" y="440117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4098026" y="463089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4321918" y="414204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4581520" y="3907331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4894138" y="3680373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5202146" y="3685722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5462874" y="3458764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5707251" y="3218693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6021884" y="344906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6315321" y="369198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6617344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6876946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7130476" y="4166067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416650" y="4394418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7657089" y="4185396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橢圓 75"/>
              <p:cNvSpPr/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橢圓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blipFill>
                <a:blip r:embed="rId4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橢圓 76"/>
              <p:cNvSpPr/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橢圓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blipFill>
                <a:blip r:embed="rId5"/>
                <a:stretch>
                  <a:fillRect l="-15000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橢圓 77"/>
              <p:cNvSpPr/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橢圓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blipFill>
                <a:blip r:embed="rId6"/>
                <a:stretch>
                  <a:fillRect l="-15385" b="-2500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橢圓 78"/>
              <p:cNvSpPr/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橢圓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blipFill>
                <a:blip r:embed="rId7"/>
                <a:stretch>
                  <a:fillRect l="-17949" b="-2564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368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045353"/>
                  </p:ext>
                </p:extLst>
              </p:nvPr>
            </p:nvGraphicFramePr>
            <p:xfrm>
              <a:off x="2031482" y="1106166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5045353"/>
                  </p:ext>
                </p:extLst>
              </p:nvPr>
            </p:nvGraphicFramePr>
            <p:xfrm>
              <a:off x="2031482" y="1106166"/>
              <a:ext cx="7942079" cy="111717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8341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0000" t="-200000" r="-14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0000" t="-200000" r="-13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0000" t="-200000" r="-12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78261" t="-200000" r="-1215942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68571" t="-200000" r="-10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8571" t="-200000" r="-9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68571" t="-200000" r="-8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82609" t="-200000" r="-81159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67143" t="-200000" r="-7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67143" t="-200000" r="-6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85507" t="-200000" r="-508696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65714" t="-200000" r="-4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65714" t="-200000" r="-3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565714" t="-200000" r="-2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89855" t="-200000" r="-10434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64286" t="-200000" r="-2857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1193982" y="95595"/>
            <a:ext cx="6077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1     1     1     4     2     2     2     3     3     3     2     2     2     4     1     4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TW" altLang="en-US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=[1, 2, 1, 3, 4, 5, 5, 6, 7, 6, 5, 4, 4, 3, 2, 3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  <a:blipFill>
                <a:blip r:embed="rId3"/>
                <a:stretch>
                  <a:fillRect t="-128333" r="-10102" b="-19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66231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36542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06853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8771643" y="1145356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228680" y="1876066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924719" y="1883200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6187126" y="1883200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8733935" y="1874704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89522" y="2912882"/>
            <a:ext cx="5462235" cy="2823996"/>
            <a:chOff x="2131056" y="1692112"/>
            <a:chExt cx="5462235" cy="2823996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696066" y="3794289"/>
              <a:ext cx="48972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28828" y="1692112"/>
              <a:ext cx="0" cy="23150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308256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35971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63686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91400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419115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446830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474545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502260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529974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 flipV="1">
              <a:off x="557689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585404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613119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640834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V="1">
              <a:off x="668548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 flipV="1">
              <a:off x="696263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7239786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4483157" y="4146776"/>
              <a:ext cx="13708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rame index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1960496" y="2664978"/>
              <a:ext cx="710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2661559" y="3979064"/>
              <a:ext cx="48908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0    1    2    3    4     5   6     7    8    9    10  11   12  13  14  15   16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/>
            <p:cNvCxnSpPr/>
            <p:nvPr/>
          </p:nvCxnSpPr>
          <p:spPr>
            <a:xfrm>
              <a:off x="2701173" y="3530338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2701173" y="329040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2701173" y="305047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2701173" y="281053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2701173" y="257060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2701173" y="233066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2701173" y="209073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>
              <a:off x="2701173" y="185079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437875" y="1713830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437875" y="2430262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437875" y="3148237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橢圓 55"/>
          <p:cNvSpPr/>
          <p:nvPr/>
        </p:nvSpPr>
        <p:spPr>
          <a:xfrm>
            <a:off x="3522838" y="463762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3825081" y="440117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4098026" y="463089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4321918" y="414204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4581520" y="3907331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4894138" y="3680373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5202146" y="3685722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5462874" y="3458764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5707251" y="3218693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6021884" y="344906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6315321" y="369198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6617344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6876946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7130476" y="4166067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416650" y="4394418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7657089" y="4185396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橢圓 75"/>
              <p:cNvSpPr/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橢圓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blipFill>
                <a:blip r:embed="rId4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橢圓 76"/>
              <p:cNvSpPr/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橢圓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blipFill>
                <a:blip r:embed="rId5"/>
                <a:stretch>
                  <a:fillRect l="-15000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橢圓 77"/>
              <p:cNvSpPr/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橢圓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blipFill>
                <a:blip r:embed="rId6"/>
                <a:stretch>
                  <a:fillRect l="-15385" b="-2500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橢圓 78"/>
              <p:cNvSpPr/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橢圓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blipFill>
                <a:blip r:embed="rId7"/>
                <a:stretch>
                  <a:fillRect l="-17949" b="-2564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671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TW" altLang="en-US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=[1, 2, 1, 3, 4, 5, 5, 6, 7, 6, 5, 4, 4, 3, 2, 3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80" y="700511"/>
                <a:ext cx="4163960" cy="369332"/>
              </a:xfrm>
              <a:prstGeom prst="rect">
                <a:avLst/>
              </a:prstGeom>
              <a:blipFill>
                <a:blip r:embed="rId2"/>
                <a:stretch>
                  <a:fillRect t="-128333" r="-10102" b="-19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/>
          <p:cNvSpPr/>
          <p:nvPr/>
        </p:nvSpPr>
        <p:spPr>
          <a:xfrm>
            <a:off x="366231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36542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068533" y="114535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8771643" y="1145356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228680" y="1876066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4924719" y="1883200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6187126" y="1883200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8733935" y="1874704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/>
          <p:cNvGrpSpPr/>
          <p:nvPr/>
        </p:nvGrpSpPr>
        <p:grpSpPr>
          <a:xfrm>
            <a:off x="2689522" y="2912882"/>
            <a:ext cx="5462235" cy="2823996"/>
            <a:chOff x="2131056" y="1692112"/>
            <a:chExt cx="5462235" cy="2823996"/>
          </a:xfrm>
        </p:grpSpPr>
        <p:cxnSp>
          <p:nvCxnSpPr>
            <p:cNvPr id="24" name="直線接點 23"/>
            <p:cNvCxnSpPr/>
            <p:nvPr/>
          </p:nvCxnSpPr>
          <p:spPr>
            <a:xfrm>
              <a:off x="2696066" y="3794289"/>
              <a:ext cx="48972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>
              <a:off x="2828828" y="1692112"/>
              <a:ext cx="0" cy="231506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/>
            <p:nvPr/>
          </p:nvCxnSpPr>
          <p:spPr>
            <a:xfrm flipV="1">
              <a:off x="308256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35971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63686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/>
            <p:nvPr/>
          </p:nvCxnSpPr>
          <p:spPr>
            <a:xfrm flipV="1">
              <a:off x="391400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419115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446830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474545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/>
            <p:nvPr/>
          </p:nvCxnSpPr>
          <p:spPr>
            <a:xfrm flipV="1">
              <a:off x="502260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/>
            <p:nvPr/>
          </p:nvCxnSpPr>
          <p:spPr>
            <a:xfrm flipV="1">
              <a:off x="529974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 flipV="1">
              <a:off x="557689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/>
            <p:nvPr/>
          </p:nvCxnSpPr>
          <p:spPr>
            <a:xfrm flipV="1">
              <a:off x="5854045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/>
            <p:cNvCxnSpPr/>
            <p:nvPr/>
          </p:nvCxnSpPr>
          <p:spPr>
            <a:xfrm flipV="1">
              <a:off x="6131193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 flipV="1">
              <a:off x="6408341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 flipV="1">
              <a:off x="6685489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 flipV="1">
              <a:off x="6962637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 flipV="1">
              <a:off x="7239786" y="3606561"/>
              <a:ext cx="0" cy="36681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4483157" y="4146776"/>
              <a:ext cx="13708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rame index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 rot="16200000">
              <a:off x="1960496" y="2664978"/>
              <a:ext cx="7104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2661559" y="3979064"/>
              <a:ext cx="48908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0    1    2    3    4     5   6     7    8    9    10  11   12  13  14  15   16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線接點 44"/>
            <p:cNvCxnSpPr/>
            <p:nvPr/>
          </p:nvCxnSpPr>
          <p:spPr>
            <a:xfrm>
              <a:off x="2701173" y="3530338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/>
            <p:nvPr/>
          </p:nvCxnSpPr>
          <p:spPr>
            <a:xfrm>
              <a:off x="2701173" y="329040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/>
            <p:nvPr/>
          </p:nvCxnSpPr>
          <p:spPr>
            <a:xfrm>
              <a:off x="2701173" y="305047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/>
            <p:nvPr/>
          </p:nvCxnSpPr>
          <p:spPr>
            <a:xfrm>
              <a:off x="2701173" y="281053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2701173" y="257060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/>
            <p:cNvCxnSpPr/>
            <p:nvPr/>
          </p:nvCxnSpPr>
          <p:spPr>
            <a:xfrm>
              <a:off x="2701173" y="233066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2701173" y="2090731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>
              <a:off x="2701173" y="1850796"/>
              <a:ext cx="24981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2437875" y="1713830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2437875" y="2430262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2437875" y="3148237"/>
              <a:ext cx="27443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r>
                <a:rPr lang="en-US" altLang="zh-TW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橢圓 55"/>
          <p:cNvSpPr/>
          <p:nvPr/>
        </p:nvSpPr>
        <p:spPr>
          <a:xfrm>
            <a:off x="3522838" y="463762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橢圓 56"/>
          <p:cNvSpPr/>
          <p:nvPr/>
        </p:nvSpPr>
        <p:spPr>
          <a:xfrm>
            <a:off x="3825081" y="440117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橢圓 57"/>
          <p:cNvSpPr/>
          <p:nvPr/>
        </p:nvSpPr>
        <p:spPr>
          <a:xfrm>
            <a:off x="4098026" y="4630891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橢圓 58"/>
          <p:cNvSpPr/>
          <p:nvPr/>
        </p:nvSpPr>
        <p:spPr>
          <a:xfrm>
            <a:off x="4321918" y="4142049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/>
          <p:cNvSpPr/>
          <p:nvPr/>
        </p:nvSpPr>
        <p:spPr>
          <a:xfrm>
            <a:off x="4581520" y="3907331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4894138" y="3680373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5202146" y="3685722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5462874" y="3458764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橢圓 63"/>
          <p:cNvSpPr/>
          <p:nvPr/>
        </p:nvSpPr>
        <p:spPr>
          <a:xfrm>
            <a:off x="5707251" y="3218693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橢圓 64"/>
          <p:cNvSpPr/>
          <p:nvPr/>
        </p:nvSpPr>
        <p:spPr>
          <a:xfrm>
            <a:off x="6021884" y="3449069"/>
            <a:ext cx="226958" cy="22695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橢圓 65"/>
          <p:cNvSpPr/>
          <p:nvPr/>
        </p:nvSpPr>
        <p:spPr>
          <a:xfrm>
            <a:off x="6315321" y="3691982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橢圓 66"/>
          <p:cNvSpPr/>
          <p:nvPr/>
        </p:nvSpPr>
        <p:spPr>
          <a:xfrm>
            <a:off x="6617344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橢圓 67"/>
          <p:cNvSpPr/>
          <p:nvPr/>
        </p:nvSpPr>
        <p:spPr>
          <a:xfrm>
            <a:off x="6876946" y="3956935"/>
            <a:ext cx="226958" cy="226958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橢圓 68"/>
          <p:cNvSpPr/>
          <p:nvPr/>
        </p:nvSpPr>
        <p:spPr>
          <a:xfrm>
            <a:off x="7130476" y="4166067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橢圓 69"/>
          <p:cNvSpPr/>
          <p:nvPr/>
        </p:nvSpPr>
        <p:spPr>
          <a:xfrm>
            <a:off x="7416650" y="4394418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橢圓 70"/>
          <p:cNvSpPr/>
          <p:nvPr/>
        </p:nvSpPr>
        <p:spPr>
          <a:xfrm>
            <a:off x="7657089" y="4185396"/>
            <a:ext cx="226958" cy="2269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橢圓 75"/>
              <p:cNvSpPr/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6" name="橢圓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06" y="4601889"/>
                <a:ext cx="226958" cy="226958"/>
              </a:xfrm>
              <a:prstGeom prst="ellipse">
                <a:avLst/>
              </a:prstGeom>
              <a:blipFill>
                <a:blip r:embed="rId3"/>
                <a:stretch>
                  <a:fillRect l="-15385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橢圓 76"/>
              <p:cNvSpPr/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7" name="橢圓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964" y="3786299"/>
                <a:ext cx="226958" cy="226958"/>
              </a:xfrm>
              <a:prstGeom prst="ellipse">
                <a:avLst/>
              </a:prstGeom>
              <a:blipFill>
                <a:blip r:embed="rId4"/>
                <a:stretch>
                  <a:fillRect l="-15000" b="-5128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橢圓 77"/>
              <p:cNvSpPr/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8" name="橢圓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65" y="3330368"/>
                <a:ext cx="226958" cy="226958"/>
              </a:xfrm>
              <a:prstGeom prst="ellipse">
                <a:avLst/>
              </a:prstGeom>
              <a:blipFill>
                <a:blip r:embed="rId5"/>
                <a:stretch>
                  <a:fillRect l="-15385" b="-2500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橢圓 78"/>
              <p:cNvSpPr/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1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TW" sz="12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12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9" name="橢圓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650" y="4327245"/>
                <a:ext cx="226958" cy="226958"/>
              </a:xfrm>
              <a:prstGeom prst="ellipse">
                <a:avLst/>
              </a:prstGeom>
              <a:blipFill>
                <a:blip r:embed="rId6"/>
                <a:stretch>
                  <a:fillRect l="-17949" b="-2564"/>
                </a:stretch>
              </a:blipFill>
              <a:ln>
                <a:solidFill>
                  <a:srgbClr val="FF0000"/>
                </a:solidFill>
                <a:prstDash val="solid"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1193981" y="388191"/>
            <a:ext cx="6077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1     1     1     4     2     2     2     3     3     3     2     2     2     4     1     4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93980" y="82630"/>
            <a:ext cx="6077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1     1     1     4     2     2     2     3     3     3     2     2     2     4     1     4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279788"/>
                  </p:ext>
                </p:extLst>
              </p:nvPr>
            </p:nvGraphicFramePr>
            <p:xfrm>
              <a:off x="2031482" y="1106166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3279788"/>
                  </p:ext>
                </p:extLst>
              </p:nvPr>
            </p:nvGraphicFramePr>
            <p:xfrm>
              <a:off x="2031482" y="1106166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70000" t="-200000" r="-14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70000" t="-200000" r="-13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470000" t="-200000" r="-12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578261" t="-200000" r="-1215942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668571" t="-200000" r="-10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68571" t="-200000" r="-9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868571" t="-200000" r="-8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982609" t="-200000" r="-81159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67143" t="-200000" r="-7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167143" t="-200000" r="-6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285507" t="-200000" r="-508696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65714" t="-200000" r="-4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465714" t="-200000" r="-3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565714" t="-200000" r="-2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689855" t="-200000" r="-104348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764286" t="-200000" r="-2857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2" name="橢圓 71"/>
          <p:cNvSpPr/>
          <p:nvPr/>
        </p:nvSpPr>
        <p:spPr>
          <a:xfrm>
            <a:off x="3240858" y="6376318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4943968" y="6376318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6647078" y="6376318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/>
          <p:cNvSpPr/>
          <p:nvPr/>
        </p:nvSpPr>
        <p:spPr>
          <a:xfrm>
            <a:off x="8350188" y="6376317"/>
            <a:ext cx="315798" cy="3016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/>
        </p:nvSpPr>
        <p:spPr>
          <a:xfrm>
            <a:off x="2807225" y="7107027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/>
        </p:nvSpPr>
        <p:spPr>
          <a:xfrm>
            <a:off x="4503264" y="7114161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/>
        </p:nvSpPr>
        <p:spPr>
          <a:xfrm>
            <a:off x="5765671" y="7114161"/>
            <a:ext cx="1197205" cy="31095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/>
        </p:nvSpPr>
        <p:spPr>
          <a:xfrm>
            <a:off x="8312480" y="7105665"/>
            <a:ext cx="1197205" cy="31095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表格 8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992611"/>
                  </p:ext>
                </p:extLst>
              </p:nvPr>
            </p:nvGraphicFramePr>
            <p:xfrm>
              <a:off x="1610027" y="6337127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zh-TW" altLang="zh-TW" sz="1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TW" sz="1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TW" sz="1800" b="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en-US" altLang="zh-TW" sz="1800" b="0" i="0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表格 8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992611"/>
                  </p:ext>
                </p:extLst>
              </p:nvPr>
            </p:nvGraphicFramePr>
            <p:xfrm>
              <a:off x="1610027" y="6337127"/>
              <a:ext cx="7942079" cy="111308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7951">
                      <a:extLst>
                        <a:ext uri="{9D8B030D-6E8A-4147-A177-3AD203B41FA5}">
                          <a16:colId xmlns:a16="http://schemas.microsoft.com/office/drawing/2014/main" val="149485074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2061969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89163698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098334830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4105414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1299832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7844600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759567389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904017532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1070983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108119667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631402901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970846267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2020040275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3498122964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196563948"/>
                        </a:ext>
                      </a:extLst>
                    </a:gridCol>
                    <a:gridCol w="424633">
                      <a:extLst>
                        <a:ext uri="{9D8B030D-6E8A-4147-A177-3AD203B41FA5}">
                          <a16:colId xmlns:a16="http://schemas.microsoft.com/office/drawing/2014/main" val="4001204105"/>
                        </a:ext>
                      </a:extLst>
                    </a:gridCol>
                  </a:tblGrid>
                  <a:tr h="366882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index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42394489"/>
                      </a:ext>
                    </a:extLst>
                  </a:tr>
                  <a:tr h="36688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 </a:t>
                          </a:r>
                          <a:r>
                            <a:rPr lang="en-US" altLang="zh-TW" b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2800334"/>
                      </a:ext>
                    </a:extLst>
                  </a:tr>
                  <a:tr h="379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Closest</a:t>
                          </a:r>
                          <a:r>
                            <a:rPr lang="en-US" altLang="zh-TW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TW" b="1" baseline="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70000" t="-200000" r="-14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70000" t="-200000" r="-139714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476812" t="-200000" r="-131739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668571" t="-200000" r="-109857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779710" t="-200000" r="-1014493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67143" t="-200000" r="-9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967143" t="-200000" r="-800000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82609" t="-200000" r="-711594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165714" t="-200000" r="-60142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564286" t="-200000" r="-202857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688406" t="-200000" r="-105797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762857" t="-200000" r="-4286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61882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816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448406"/>
              </p:ext>
            </p:extLst>
          </p:nvPr>
        </p:nvGraphicFramePr>
        <p:xfrm>
          <a:off x="1907765" y="125534"/>
          <a:ext cx="641967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9890">
                  <a:extLst>
                    <a:ext uri="{9D8B030D-6E8A-4147-A177-3AD203B41FA5}">
                      <a16:colId xmlns:a16="http://schemas.microsoft.com/office/drawing/2014/main" val="1933279221"/>
                    </a:ext>
                  </a:extLst>
                </a:gridCol>
                <a:gridCol w="2139890">
                  <a:extLst>
                    <a:ext uri="{9D8B030D-6E8A-4147-A177-3AD203B41FA5}">
                      <a16:colId xmlns:a16="http://schemas.microsoft.com/office/drawing/2014/main" val="2127951587"/>
                    </a:ext>
                  </a:extLst>
                </a:gridCol>
                <a:gridCol w="2139890">
                  <a:extLst>
                    <a:ext uri="{9D8B030D-6E8A-4147-A177-3AD203B41FA5}">
                      <a16:colId xmlns:a16="http://schemas.microsoft.com/office/drawing/2014/main" val="20388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Predicted Positive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Predicted Negative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6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Actual True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True  Positives, TP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  Negatives, FN</a:t>
                      </a:r>
                      <a:endParaRPr lang="zh-TW" alt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Actual False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False  Positives, FP</a:t>
                      </a:r>
                      <a:endParaRPr lang="zh-TW" altLang="en-US" sz="1800" b="0" i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True  Negatives, TN</a:t>
                      </a:r>
                      <a:endParaRPr lang="zh-TW" altLang="en-US" sz="1800" b="0" i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70013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87680"/>
              </p:ext>
            </p:extLst>
          </p:nvPr>
        </p:nvGraphicFramePr>
        <p:xfrm>
          <a:off x="1977890" y="3608391"/>
          <a:ext cx="697768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66341">
                  <a:extLst>
                    <a:ext uri="{9D8B030D-6E8A-4147-A177-3AD203B41FA5}">
                      <a16:colId xmlns:a16="http://schemas.microsoft.com/office/drawing/2014/main" val="1933279221"/>
                    </a:ext>
                  </a:extLst>
                </a:gridCol>
                <a:gridCol w="1327837">
                  <a:extLst>
                    <a:ext uri="{9D8B030D-6E8A-4147-A177-3AD203B41FA5}">
                      <a16:colId xmlns:a16="http://schemas.microsoft.com/office/drawing/2014/main" val="2127951587"/>
                    </a:ext>
                  </a:extLst>
                </a:gridCol>
                <a:gridCol w="1327837">
                  <a:extLst>
                    <a:ext uri="{9D8B030D-6E8A-4147-A177-3AD203B41FA5}">
                      <a16:colId xmlns:a16="http://schemas.microsoft.com/office/drawing/2014/main" val="2038808419"/>
                    </a:ext>
                  </a:extLst>
                </a:gridCol>
                <a:gridCol w="1327837">
                  <a:extLst>
                    <a:ext uri="{9D8B030D-6E8A-4147-A177-3AD203B41FA5}">
                      <a16:colId xmlns:a16="http://schemas.microsoft.com/office/drawing/2014/main" val="2869392212"/>
                    </a:ext>
                  </a:extLst>
                </a:gridCol>
                <a:gridCol w="1327837">
                  <a:extLst>
                    <a:ext uri="{9D8B030D-6E8A-4147-A177-3AD203B41FA5}">
                      <a16:colId xmlns:a16="http://schemas.microsoft.com/office/drawing/2014/main" val="3342796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Accuracy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Precision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Recall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F1-Measure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6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+mn-cs"/>
                        </a:rPr>
                        <a:t>CMF and CGF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MFCC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99.5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97.5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98.7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7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MMFCC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95.3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82.1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97.5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89.1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07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GFCC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99.3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96.3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98.1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354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PNCC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98.8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96.3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97.5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96.9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77893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37162"/>
              </p:ext>
            </p:extLst>
          </p:nvPr>
        </p:nvGraphicFramePr>
        <p:xfrm>
          <a:off x="1907764" y="1856011"/>
          <a:ext cx="634275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9890">
                  <a:extLst>
                    <a:ext uri="{9D8B030D-6E8A-4147-A177-3AD203B41FA5}">
                      <a16:colId xmlns:a16="http://schemas.microsoft.com/office/drawing/2014/main" val="2127951587"/>
                    </a:ext>
                  </a:extLst>
                </a:gridCol>
                <a:gridCol w="4202861">
                  <a:extLst>
                    <a:ext uri="{9D8B030D-6E8A-4147-A177-3AD203B41FA5}">
                      <a16:colId xmlns:a16="http://schemas.microsoft.com/office/drawing/2014/main" val="2038808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True  Positives, TP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TW" alt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將正類正確地預測為正類（真正）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762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False  Positives, FP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將負類錯誤地預測為正類（誤報）</a:t>
                      </a:r>
                      <a:endParaRPr lang="en-US" altLang="zh-TW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2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False  Negatives, FN</a:t>
                      </a:r>
                      <a:endParaRPr lang="zh-TW" altLang="en-US" sz="1800" b="0" i="0" kern="12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將正類錯誤地預測為負類（漏報）</a:t>
                      </a:r>
                      <a:endParaRPr lang="en-US" altLang="zh-TW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87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True  Negatives, TN</a:t>
                      </a:r>
                      <a:endParaRPr lang="zh-TW" altLang="en-US" sz="1800" b="0" i="0" kern="1200" baseline="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將負類正確地預測為負類（真負）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956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070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502" y="858409"/>
            <a:ext cx="4876857" cy="25168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66" y="858409"/>
            <a:ext cx="4838682" cy="251680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154766" y="640085"/>
            <a:ext cx="483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domain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702502" y="640085"/>
            <a:ext cx="487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92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6774"/>
          <a:stretch/>
        </p:blipFill>
        <p:spPr>
          <a:xfrm>
            <a:off x="5461721" y="640080"/>
            <a:ext cx="4848225" cy="233741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02" y="470226"/>
            <a:ext cx="4848225" cy="2507267"/>
          </a:xfrm>
          <a:prstGeom prst="rect">
            <a:avLst/>
          </a:prstGeom>
        </p:spPr>
      </p:pic>
      <p:cxnSp>
        <p:nvCxnSpPr>
          <p:cNvPr id="7" name="直線接點 6"/>
          <p:cNvCxnSpPr/>
          <p:nvPr/>
        </p:nvCxnSpPr>
        <p:spPr>
          <a:xfrm>
            <a:off x="1670858" y="1804115"/>
            <a:ext cx="3690851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231178" y="1123914"/>
            <a:ext cx="113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/>
          <p:cNvCxnSpPr>
            <a:stCxn id="8" idx="2"/>
          </p:cNvCxnSpPr>
          <p:nvPr/>
        </p:nvCxnSpPr>
        <p:spPr>
          <a:xfrm flipH="1">
            <a:off x="4753928" y="1493246"/>
            <a:ext cx="42516" cy="31086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788" y="2827135"/>
            <a:ext cx="7928209" cy="3124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588455" y="3082737"/>
                <a:ext cx="4605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455" y="3082737"/>
                <a:ext cx="46051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/>
              <p:cNvSpPr/>
              <p:nvPr/>
            </p:nvSpPr>
            <p:spPr>
              <a:xfrm>
                <a:off x="2897257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257" y="3082737"/>
                <a:ext cx="465832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166206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206" y="3082737"/>
                <a:ext cx="465832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765346" y="3082737"/>
                <a:ext cx="4641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346" y="3082737"/>
                <a:ext cx="464101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364486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486" y="3082737"/>
                <a:ext cx="465832" cy="369332"/>
              </a:xfrm>
              <a:prstGeom prst="rect">
                <a:avLst/>
              </a:prstGeom>
              <a:blipFill>
                <a:blip r:embed="rId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4854060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4060" y="3082737"/>
                <a:ext cx="465832" cy="369332"/>
              </a:xfrm>
              <a:prstGeom prst="rect">
                <a:avLst/>
              </a:prstGeom>
              <a:blipFill>
                <a:blip r:embed="rId10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5439262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262" y="3082737"/>
                <a:ext cx="465832" cy="369332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5952236" y="3082737"/>
                <a:ext cx="4658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236" y="3082737"/>
                <a:ext cx="465832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6634470" y="3082737"/>
                <a:ext cx="4610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470" y="3082737"/>
                <a:ext cx="461024" cy="369332"/>
              </a:xfrm>
              <a:prstGeom prst="rect">
                <a:avLst/>
              </a:prstGeom>
              <a:blipFill>
                <a:blip r:embed="rId1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7222737" y="3082737"/>
                <a:ext cx="5582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737" y="3082737"/>
                <a:ext cx="558294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7637247" y="3082737"/>
                <a:ext cx="4782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247" y="3082737"/>
                <a:ext cx="478208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圖片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5788" y="6056464"/>
            <a:ext cx="7927200" cy="322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4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512" y="3037591"/>
            <a:ext cx="5344500" cy="40040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7" y="3970853"/>
            <a:ext cx="3292594" cy="185900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07" y="1851108"/>
            <a:ext cx="2338219" cy="1859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6714" y="5039591"/>
            <a:ext cx="2901300" cy="170646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6"/>
          <a:srcRect r="10994"/>
          <a:stretch/>
        </p:blipFill>
        <p:spPr>
          <a:xfrm>
            <a:off x="2676444" y="1851109"/>
            <a:ext cx="2442385" cy="185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1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橢圓 20"/>
          <p:cNvSpPr/>
          <p:nvPr/>
        </p:nvSpPr>
        <p:spPr>
          <a:xfrm>
            <a:off x="2627181" y="213921"/>
            <a:ext cx="6480000" cy="6480000"/>
          </a:xfrm>
          <a:prstGeom prst="ellipse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.</a:t>
            </a:r>
            <a:endParaRPr lang="zh-TW" altLang="en-US" dirty="0"/>
          </a:p>
        </p:txBody>
      </p:sp>
      <p:pic>
        <p:nvPicPr>
          <p:cNvPr id="1026" name="Picture 2" descr="ReSpeaker Mic Array v2.0 (4éº¥åé¢¨è²å­¸é£å)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956" y="1272696"/>
            <a:ext cx="436245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線接點 4"/>
          <p:cNvCxnSpPr/>
          <p:nvPr/>
        </p:nvCxnSpPr>
        <p:spPr>
          <a:xfrm>
            <a:off x="7529513" y="3437792"/>
            <a:ext cx="573087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/>
          <p:cNvSpPr txBox="1"/>
          <p:nvPr/>
        </p:nvSpPr>
        <p:spPr>
          <a:xfrm>
            <a:off x="2508944" y="3250033"/>
            <a:ext cx="1376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Angle: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180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°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接點 15"/>
          <p:cNvCxnSpPr/>
          <p:nvPr/>
        </p:nvCxnSpPr>
        <p:spPr>
          <a:xfrm flipH="1" flipV="1">
            <a:off x="3685956" y="3437792"/>
            <a:ext cx="498695" cy="1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rot="5400000">
            <a:off x="5517193" y="5469367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5181601" y="5725965"/>
            <a:ext cx="1334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Angle: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270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°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/>
          <p:nvPr/>
        </p:nvCxnSpPr>
        <p:spPr>
          <a:xfrm rot="16200000" flipV="1">
            <a:off x="5517726" y="1137395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/>
          <p:cNvSpPr txBox="1"/>
          <p:nvPr/>
        </p:nvSpPr>
        <p:spPr>
          <a:xfrm>
            <a:off x="5215711" y="470339"/>
            <a:ext cx="126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Angle: 90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°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線接點 21"/>
          <p:cNvCxnSpPr/>
          <p:nvPr/>
        </p:nvCxnSpPr>
        <p:spPr>
          <a:xfrm>
            <a:off x="7285526" y="2026047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7898027" y="1857113"/>
            <a:ext cx="767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線接點 23"/>
          <p:cNvCxnSpPr/>
          <p:nvPr/>
        </p:nvCxnSpPr>
        <p:spPr>
          <a:xfrm>
            <a:off x="7246366" y="4816652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7911961" y="4631986"/>
            <a:ext cx="114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直線接點 25"/>
          <p:cNvCxnSpPr/>
          <p:nvPr/>
        </p:nvCxnSpPr>
        <p:spPr>
          <a:xfrm flipH="1" flipV="1">
            <a:off x="3777823" y="4816652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>
            <a:off x="3069221" y="4631986"/>
            <a:ext cx="75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接點 27"/>
          <p:cNvCxnSpPr/>
          <p:nvPr/>
        </p:nvCxnSpPr>
        <p:spPr>
          <a:xfrm flipH="1" flipV="1">
            <a:off x="3756455" y="2047525"/>
            <a:ext cx="665595" cy="0"/>
          </a:xfrm>
          <a:prstGeom prst="line">
            <a:avLst/>
          </a:prstGeom>
          <a:ln w="44450">
            <a:solidFill>
              <a:srgbClr val="FF0000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3122710" y="1862859"/>
            <a:ext cx="75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73589" y="3258346"/>
            <a:ext cx="108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Angle: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  <a:cs typeface="Times New Roman" panose="02020603050405020304" pitchFamily="18" charset="0"/>
              </a:rPr>
              <a:t>°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 rot="18166652">
            <a:off x="7049766" y="964145"/>
            <a:ext cx="691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5M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線接點 49"/>
          <p:cNvCxnSpPr/>
          <p:nvPr/>
        </p:nvCxnSpPr>
        <p:spPr>
          <a:xfrm flipH="1">
            <a:off x="7086600" y="1470193"/>
            <a:ext cx="155884" cy="25716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/>
          <p:cNvCxnSpPr/>
          <p:nvPr/>
        </p:nvCxnSpPr>
        <p:spPr>
          <a:xfrm flipH="1">
            <a:off x="7511682" y="768878"/>
            <a:ext cx="155884" cy="25716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91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9379</TotalTime>
  <Words>781</Words>
  <Application>Microsoft Office PowerPoint</Application>
  <PresentationFormat>寬螢幕</PresentationFormat>
  <Paragraphs>364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0" baseType="lpstr">
      <vt:lpstr>新細明體</vt:lpstr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46</cp:revision>
  <dcterms:created xsi:type="dcterms:W3CDTF">2018-08-19T09:04:31Z</dcterms:created>
  <dcterms:modified xsi:type="dcterms:W3CDTF">2018-10-28T15:41:23Z</dcterms:modified>
</cp:coreProperties>
</file>