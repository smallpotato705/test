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6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3" autoAdjust="0"/>
    <p:restoredTop sz="94667" autoAdjust="0"/>
  </p:normalViewPr>
  <p:slideViewPr>
    <p:cSldViewPr snapToGrid="0">
      <p:cViewPr>
        <p:scale>
          <a:sx n="50" d="100"/>
          <a:sy n="50" d="100"/>
        </p:scale>
        <p:origin x="29" y="29"/>
      </p:cViewPr>
      <p:guideLst>
        <p:guide orient="horz" pos="4536"/>
        <p:guide pos="9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40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39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31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54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8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086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6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42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44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98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83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E0379-DF54-47ED-A5A7-ACEE8A527873}" type="datetimeFigureOut">
              <a:rPr lang="zh-TW" altLang="en-US" smtClean="0"/>
              <a:t>2025/6/23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DFACE-D647-4BFD-9AF9-63C2BE1C37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27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群組 444">
            <a:extLst>
              <a:ext uri="{FF2B5EF4-FFF2-40B4-BE49-F238E27FC236}">
                <a16:creationId xmlns:a16="http://schemas.microsoft.com/office/drawing/2014/main" id="{2ECA9587-D723-43BF-377D-3FD9A5FDBD98}"/>
              </a:ext>
            </a:extLst>
          </p:cNvPr>
          <p:cNvGrpSpPr/>
          <p:nvPr/>
        </p:nvGrpSpPr>
        <p:grpSpPr>
          <a:xfrm>
            <a:off x="15931269" y="4831106"/>
            <a:ext cx="10668177" cy="1670492"/>
            <a:chOff x="304799" y="3428999"/>
            <a:chExt cx="9010073" cy="1410855"/>
          </a:xfrm>
        </p:grpSpPr>
        <p:sp>
          <p:nvSpPr>
            <p:cNvPr id="446" name="矩形 445">
              <a:extLst>
                <a:ext uri="{FF2B5EF4-FFF2-40B4-BE49-F238E27FC236}">
                  <a16:creationId xmlns:a16="http://schemas.microsoft.com/office/drawing/2014/main" id="{0E1596A5-7AF1-3918-ECB2-6FE08202F7F5}"/>
                </a:ext>
              </a:extLst>
            </p:cNvPr>
            <p:cNvSpPr/>
            <p:nvPr/>
          </p:nvSpPr>
          <p:spPr>
            <a:xfrm>
              <a:off x="304799" y="3428999"/>
              <a:ext cx="9010073" cy="14108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7" name="群組 446">
              <a:extLst>
                <a:ext uri="{FF2B5EF4-FFF2-40B4-BE49-F238E27FC236}">
                  <a16:creationId xmlns:a16="http://schemas.microsoft.com/office/drawing/2014/main" id="{FBC10B05-100B-B752-8A20-332A16148843}"/>
                </a:ext>
              </a:extLst>
            </p:cNvPr>
            <p:cNvGrpSpPr/>
            <p:nvPr/>
          </p:nvGrpSpPr>
          <p:grpSpPr>
            <a:xfrm>
              <a:off x="304800" y="3428999"/>
              <a:ext cx="1025236" cy="908817"/>
              <a:chOff x="304800" y="3428999"/>
              <a:chExt cx="1025236" cy="908817"/>
            </a:xfrm>
          </p:grpSpPr>
          <p:sp>
            <p:nvSpPr>
              <p:cNvPr id="476" name="文字方塊 475">
                <a:extLst>
                  <a:ext uri="{FF2B5EF4-FFF2-40B4-BE49-F238E27FC236}">
                    <a16:creationId xmlns:a16="http://schemas.microsoft.com/office/drawing/2014/main" id="{8C6ED209-0CCD-82E5-9CFB-0023DB20A190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09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77" name="文字方塊 476">
                <a:extLst>
                  <a:ext uri="{FF2B5EF4-FFF2-40B4-BE49-F238E27FC236}">
                    <a16:creationId xmlns:a16="http://schemas.microsoft.com/office/drawing/2014/main" id="{15541222-11B9-E378-2E84-3FD4668F790D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09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78" name="文字方塊 477">
                <a:extLst>
                  <a:ext uri="{FF2B5EF4-FFF2-40B4-BE49-F238E27FC236}">
                    <a16:creationId xmlns:a16="http://schemas.microsoft.com/office/drawing/2014/main" id="{13C59FE2-AA24-A8AB-C42D-82088AA081F3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09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48" name="群組 447">
              <a:extLst>
                <a:ext uri="{FF2B5EF4-FFF2-40B4-BE49-F238E27FC236}">
                  <a16:creationId xmlns:a16="http://schemas.microsoft.com/office/drawing/2014/main" id="{08D4EFB6-F53E-D431-3261-167E0FCF11C8}"/>
                </a:ext>
              </a:extLst>
            </p:cNvPr>
            <p:cNvGrpSpPr/>
            <p:nvPr/>
          </p:nvGrpSpPr>
          <p:grpSpPr>
            <a:xfrm>
              <a:off x="1445491" y="3428999"/>
              <a:ext cx="1025236" cy="908816"/>
              <a:chOff x="304800" y="3428999"/>
              <a:chExt cx="1025236" cy="908816"/>
            </a:xfrm>
          </p:grpSpPr>
          <p:sp>
            <p:nvSpPr>
              <p:cNvPr id="473" name="文字方塊 472">
                <a:extLst>
                  <a:ext uri="{FF2B5EF4-FFF2-40B4-BE49-F238E27FC236}">
                    <a16:creationId xmlns:a16="http://schemas.microsoft.com/office/drawing/2014/main" id="{792DFB29-8169-5D04-6BC8-B20EEB6FCCCA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10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74" name="文字方塊 473">
                <a:extLst>
                  <a:ext uri="{FF2B5EF4-FFF2-40B4-BE49-F238E27FC236}">
                    <a16:creationId xmlns:a16="http://schemas.microsoft.com/office/drawing/2014/main" id="{2784C55A-05BF-BBB8-A46C-DF401B7031BC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10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75" name="文字方塊 474">
                <a:extLst>
                  <a:ext uri="{FF2B5EF4-FFF2-40B4-BE49-F238E27FC236}">
                    <a16:creationId xmlns:a16="http://schemas.microsoft.com/office/drawing/2014/main" id="{8B7600C2-1D03-35F5-1281-54A7E21E684A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10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49" name="群組 448">
              <a:extLst>
                <a:ext uri="{FF2B5EF4-FFF2-40B4-BE49-F238E27FC236}">
                  <a16:creationId xmlns:a16="http://schemas.microsoft.com/office/drawing/2014/main" id="{78A0D154-0FD5-C354-19BB-46ED4FEBD0D4}"/>
                </a:ext>
              </a:extLst>
            </p:cNvPr>
            <p:cNvGrpSpPr/>
            <p:nvPr/>
          </p:nvGrpSpPr>
          <p:grpSpPr>
            <a:xfrm>
              <a:off x="2586182" y="3428999"/>
              <a:ext cx="1025236" cy="908816"/>
              <a:chOff x="304800" y="3428999"/>
              <a:chExt cx="1025236" cy="908816"/>
            </a:xfrm>
          </p:grpSpPr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91F155B9-8538-8853-EC67-9584DAA24A64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11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95A6F14-58EE-E439-99B7-52F04FAECDA6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11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72" name="文字方塊 471">
                <a:extLst>
                  <a:ext uri="{FF2B5EF4-FFF2-40B4-BE49-F238E27FC236}">
                    <a16:creationId xmlns:a16="http://schemas.microsoft.com/office/drawing/2014/main" id="{E7B723A4-4DDF-6ACB-BA1A-066B467BE331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11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50" name="群組 449">
              <a:extLst>
                <a:ext uri="{FF2B5EF4-FFF2-40B4-BE49-F238E27FC236}">
                  <a16:creationId xmlns:a16="http://schemas.microsoft.com/office/drawing/2014/main" id="{6D864A7E-6548-0815-2D53-B8F9333C55AE}"/>
                </a:ext>
              </a:extLst>
            </p:cNvPr>
            <p:cNvGrpSpPr/>
            <p:nvPr/>
          </p:nvGrpSpPr>
          <p:grpSpPr>
            <a:xfrm>
              <a:off x="3726873" y="3428999"/>
              <a:ext cx="1025236" cy="908816"/>
              <a:chOff x="304800" y="3428999"/>
              <a:chExt cx="1025236" cy="908816"/>
            </a:xfrm>
          </p:grpSpPr>
          <p:sp>
            <p:nvSpPr>
              <p:cNvPr id="467" name="文字方塊 466">
                <a:extLst>
                  <a:ext uri="{FF2B5EF4-FFF2-40B4-BE49-F238E27FC236}">
                    <a16:creationId xmlns:a16="http://schemas.microsoft.com/office/drawing/2014/main" id="{253F6D79-7D17-4F72-F745-DA47383C2B34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12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68" name="文字方塊 467">
                <a:extLst>
                  <a:ext uri="{FF2B5EF4-FFF2-40B4-BE49-F238E27FC236}">
                    <a16:creationId xmlns:a16="http://schemas.microsoft.com/office/drawing/2014/main" id="{6280E78C-A362-F067-332B-725C37C05DD5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12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69" name="文字方塊 468">
                <a:extLst>
                  <a:ext uri="{FF2B5EF4-FFF2-40B4-BE49-F238E27FC236}">
                    <a16:creationId xmlns:a16="http://schemas.microsoft.com/office/drawing/2014/main" id="{400FC708-4966-D34D-AD93-0542AC810B58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12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51" name="群組 450">
              <a:extLst>
                <a:ext uri="{FF2B5EF4-FFF2-40B4-BE49-F238E27FC236}">
                  <a16:creationId xmlns:a16="http://schemas.microsoft.com/office/drawing/2014/main" id="{BF9DE669-B5A3-97B1-48FB-F53574BD7B70}"/>
                </a:ext>
              </a:extLst>
            </p:cNvPr>
            <p:cNvGrpSpPr/>
            <p:nvPr/>
          </p:nvGrpSpPr>
          <p:grpSpPr>
            <a:xfrm>
              <a:off x="4867564" y="3428999"/>
              <a:ext cx="1025236" cy="908816"/>
              <a:chOff x="304800" y="3428999"/>
              <a:chExt cx="1025236" cy="908816"/>
            </a:xfrm>
          </p:grpSpPr>
          <p:sp>
            <p:nvSpPr>
              <p:cNvPr id="464" name="文字方塊 463">
                <a:extLst>
                  <a:ext uri="{FF2B5EF4-FFF2-40B4-BE49-F238E27FC236}">
                    <a16:creationId xmlns:a16="http://schemas.microsoft.com/office/drawing/2014/main" id="{A6C22338-916B-83A3-B90B-2E121E6C0A91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13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138A00B7-6653-3702-BCC3-281459D365A6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13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66" name="文字方塊 465">
                <a:extLst>
                  <a:ext uri="{FF2B5EF4-FFF2-40B4-BE49-F238E27FC236}">
                    <a16:creationId xmlns:a16="http://schemas.microsoft.com/office/drawing/2014/main" id="{AAEFCE54-1268-2287-BB45-5F6DA2A08443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13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52" name="群組 451">
              <a:extLst>
                <a:ext uri="{FF2B5EF4-FFF2-40B4-BE49-F238E27FC236}">
                  <a16:creationId xmlns:a16="http://schemas.microsoft.com/office/drawing/2014/main" id="{C44D28F4-3E69-2608-1874-94643CD64762}"/>
                </a:ext>
              </a:extLst>
            </p:cNvPr>
            <p:cNvGrpSpPr/>
            <p:nvPr/>
          </p:nvGrpSpPr>
          <p:grpSpPr>
            <a:xfrm>
              <a:off x="6008255" y="3428999"/>
              <a:ext cx="1025236" cy="908816"/>
              <a:chOff x="304800" y="3428999"/>
              <a:chExt cx="1025236" cy="908816"/>
            </a:xfrm>
          </p:grpSpPr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8DF7FBD8-9BFD-3986-4256-E2BD4942E039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14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34D0E048-08B8-BDA1-D314-1C594B28A2CF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14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6A3EED52-9E78-185D-0C38-B0F0D14EC2BF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14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453" name="群組 452">
              <a:extLst>
                <a:ext uri="{FF2B5EF4-FFF2-40B4-BE49-F238E27FC236}">
                  <a16:creationId xmlns:a16="http://schemas.microsoft.com/office/drawing/2014/main" id="{C2FBD9C0-9660-772F-F5BA-EF45E5150083}"/>
                </a:ext>
              </a:extLst>
            </p:cNvPr>
            <p:cNvGrpSpPr/>
            <p:nvPr/>
          </p:nvGrpSpPr>
          <p:grpSpPr>
            <a:xfrm>
              <a:off x="7148946" y="3428999"/>
              <a:ext cx="1025236" cy="908816"/>
              <a:chOff x="304800" y="3428999"/>
              <a:chExt cx="1025236" cy="908816"/>
            </a:xfrm>
          </p:grpSpPr>
          <p:sp>
            <p:nvSpPr>
              <p:cNvPr id="458" name="文字方塊 457">
                <a:extLst>
                  <a:ext uri="{FF2B5EF4-FFF2-40B4-BE49-F238E27FC236}">
                    <a16:creationId xmlns:a16="http://schemas.microsoft.com/office/drawing/2014/main" id="{E3A6FDBD-EFCA-2C7C-C8C2-4BCB1AFFFB9E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15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A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9" name="文字方塊 458">
                <a:extLst>
                  <a:ext uri="{FF2B5EF4-FFF2-40B4-BE49-F238E27FC236}">
                    <a16:creationId xmlns:a16="http://schemas.microsoft.com/office/drawing/2014/main" id="{5935AB32-59FA-1DDE-2771-11A5FD945B3E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15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C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807FD750-C7DF-AA39-32B0-39F15F0EDCE3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15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B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54" name="群組 453">
              <a:extLst>
                <a:ext uri="{FF2B5EF4-FFF2-40B4-BE49-F238E27FC236}">
                  <a16:creationId xmlns:a16="http://schemas.microsoft.com/office/drawing/2014/main" id="{5FBE5C88-8EE9-6A0A-9764-26705D0560B0}"/>
                </a:ext>
              </a:extLst>
            </p:cNvPr>
            <p:cNvGrpSpPr/>
            <p:nvPr/>
          </p:nvGrpSpPr>
          <p:grpSpPr>
            <a:xfrm>
              <a:off x="8289636" y="3428999"/>
              <a:ext cx="1025236" cy="908816"/>
              <a:chOff x="304800" y="3428999"/>
              <a:chExt cx="1025236" cy="908816"/>
            </a:xfrm>
          </p:grpSpPr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7B543CE3-DBA4-6F22-A4F7-23EB0BDEF0E7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16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A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6" name="文字方塊 455">
                <a:extLst>
                  <a:ext uri="{FF2B5EF4-FFF2-40B4-BE49-F238E27FC236}">
                    <a16:creationId xmlns:a16="http://schemas.microsoft.com/office/drawing/2014/main" id="{3012E08F-0A2E-CC94-5508-98288152BAA8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16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C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7" name="文字方塊 456">
                <a:extLst>
                  <a:ext uri="{FF2B5EF4-FFF2-40B4-BE49-F238E27FC236}">
                    <a16:creationId xmlns:a16="http://schemas.microsoft.com/office/drawing/2014/main" id="{37C3E329-C036-219B-F586-3DC6D56E2EFB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16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B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79" name="群組 478">
            <a:extLst>
              <a:ext uri="{FF2B5EF4-FFF2-40B4-BE49-F238E27FC236}">
                <a16:creationId xmlns:a16="http://schemas.microsoft.com/office/drawing/2014/main" id="{B11B86C2-9FC1-EDD1-F9C9-6C56243FD743}"/>
              </a:ext>
            </a:extLst>
          </p:cNvPr>
          <p:cNvGrpSpPr/>
          <p:nvPr/>
        </p:nvGrpSpPr>
        <p:grpSpPr>
          <a:xfrm>
            <a:off x="7966885" y="772130"/>
            <a:ext cx="5345021" cy="820204"/>
            <a:chOff x="304799" y="157021"/>
            <a:chExt cx="4514270" cy="692724"/>
          </a:xfrm>
        </p:grpSpPr>
        <p:grpSp>
          <p:nvGrpSpPr>
            <p:cNvPr id="480" name="群組 479">
              <a:extLst>
                <a:ext uri="{FF2B5EF4-FFF2-40B4-BE49-F238E27FC236}">
                  <a16:creationId xmlns:a16="http://schemas.microsoft.com/office/drawing/2014/main" id="{4A6EF6D5-890B-4A9C-3636-355F73DB3A56}"/>
                </a:ext>
              </a:extLst>
            </p:cNvPr>
            <p:cNvGrpSpPr/>
            <p:nvPr/>
          </p:nvGrpSpPr>
          <p:grpSpPr>
            <a:xfrm>
              <a:off x="304799" y="157021"/>
              <a:ext cx="3048002" cy="692724"/>
              <a:chOff x="304799" y="157021"/>
              <a:chExt cx="3048002" cy="692724"/>
            </a:xfrm>
          </p:grpSpPr>
          <p:sp>
            <p:nvSpPr>
              <p:cNvPr id="486" name="矩形 485">
                <a:extLst>
                  <a:ext uri="{FF2B5EF4-FFF2-40B4-BE49-F238E27FC236}">
                    <a16:creationId xmlns:a16="http://schemas.microsoft.com/office/drawing/2014/main" id="{56260294-5584-F684-7FFD-6F1BC877568E}"/>
                  </a:ext>
                </a:extLst>
              </p:cNvPr>
              <p:cNvSpPr/>
              <p:nvPr/>
            </p:nvSpPr>
            <p:spPr>
              <a:xfrm>
                <a:off x="304801" y="212437"/>
                <a:ext cx="3048000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87" name="文字方塊 486">
                <a:extLst>
                  <a:ext uri="{FF2B5EF4-FFF2-40B4-BE49-F238E27FC236}">
                    <a16:creationId xmlns:a16="http://schemas.microsoft.com/office/drawing/2014/main" id="{81164E37-5976-0A9A-59AE-186E5652150C}"/>
                  </a:ext>
                </a:extLst>
              </p:cNvPr>
              <p:cNvSpPr txBox="1"/>
              <p:nvPr/>
            </p:nvSpPr>
            <p:spPr>
              <a:xfrm>
                <a:off x="304799" y="157021"/>
                <a:ext cx="30480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CONT1A</a:t>
                </a:r>
                <a:endParaRPr lang="zh-TW" altLang="en-US" sz="2131" dirty="0"/>
              </a:p>
            </p:txBody>
          </p:sp>
          <p:sp>
            <p:nvSpPr>
              <p:cNvPr id="488" name="文字方塊 487">
                <a:extLst>
                  <a:ext uri="{FF2B5EF4-FFF2-40B4-BE49-F238E27FC236}">
                    <a16:creationId xmlns:a16="http://schemas.microsoft.com/office/drawing/2014/main" id="{FEC81036-C0E1-2FC4-C41F-062B44A7A4F1}"/>
                  </a:ext>
                </a:extLst>
              </p:cNvPr>
              <p:cNvSpPr txBox="1"/>
              <p:nvPr/>
            </p:nvSpPr>
            <p:spPr>
              <a:xfrm>
                <a:off x="304799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1TC+</a:t>
                </a:r>
                <a:endParaRPr lang="zh-TW" altLang="en-US" sz="2131" dirty="0"/>
              </a:p>
            </p:txBody>
          </p:sp>
          <p:sp>
            <p:nvSpPr>
              <p:cNvPr id="489" name="文字方塊 488">
                <a:extLst>
                  <a:ext uri="{FF2B5EF4-FFF2-40B4-BE49-F238E27FC236}">
                    <a16:creationId xmlns:a16="http://schemas.microsoft.com/office/drawing/2014/main" id="{7E0DC62E-F8CF-D23E-084B-C7D12DBAED6C}"/>
                  </a:ext>
                </a:extLst>
              </p:cNvPr>
              <p:cNvSpPr txBox="1"/>
              <p:nvPr/>
            </p:nvSpPr>
            <p:spPr>
              <a:xfrm>
                <a:off x="955964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1TC-</a:t>
                </a:r>
                <a:endParaRPr lang="zh-TW" altLang="en-US" sz="2131" dirty="0"/>
              </a:p>
            </p:txBody>
          </p:sp>
          <p:sp>
            <p:nvSpPr>
              <p:cNvPr id="490" name="文字方塊 489">
                <a:extLst>
                  <a:ext uri="{FF2B5EF4-FFF2-40B4-BE49-F238E27FC236}">
                    <a16:creationId xmlns:a16="http://schemas.microsoft.com/office/drawing/2014/main" id="{401A6CCD-0375-C79B-E9D6-6D529BD22733}"/>
                  </a:ext>
                </a:extLst>
              </p:cNvPr>
              <p:cNvSpPr txBox="1"/>
              <p:nvPr/>
            </p:nvSpPr>
            <p:spPr>
              <a:xfrm>
                <a:off x="1607129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1B+</a:t>
                </a:r>
                <a:endParaRPr lang="zh-TW" altLang="en-US" sz="2131" dirty="0"/>
              </a:p>
            </p:txBody>
          </p:sp>
          <p:sp>
            <p:nvSpPr>
              <p:cNvPr id="491" name="文字方塊 490">
                <a:extLst>
                  <a:ext uri="{FF2B5EF4-FFF2-40B4-BE49-F238E27FC236}">
                    <a16:creationId xmlns:a16="http://schemas.microsoft.com/office/drawing/2014/main" id="{97AD6D6D-882F-4582-077E-44683B7E972C}"/>
                  </a:ext>
                </a:extLst>
              </p:cNvPr>
              <p:cNvSpPr txBox="1"/>
              <p:nvPr/>
            </p:nvSpPr>
            <p:spPr>
              <a:xfrm>
                <a:off x="2175165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1B-</a:t>
                </a:r>
                <a:endParaRPr lang="zh-TW" altLang="en-US" sz="2131" dirty="0"/>
              </a:p>
            </p:txBody>
          </p:sp>
          <p:sp>
            <p:nvSpPr>
              <p:cNvPr id="492" name="文字方塊 491">
                <a:extLst>
                  <a:ext uri="{FF2B5EF4-FFF2-40B4-BE49-F238E27FC236}">
                    <a16:creationId xmlns:a16="http://schemas.microsoft.com/office/drawing/2014/main" id="{D24645EE-D5DE-9F5A-14E5-690F6447080D}"/>
                  </a:ext>
                </a:extLst>
              </p:cNvPr>
              <p:cNvSpPr txBox="1"/>
              <p:nvPr/>
            </p:nvSpPr>
            <p:spPr>
              <a:xfrm>
                <a:off x="2743200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1B+</a:t>
                </a:r>
                <a:endParaRPr lang="zh-TW" altLang="en-US" sz="2131" dirty="0"/>
              </a:p>
            </p:txBody>
          </p:sp>
        </p:grpSp>
        <p:grpSp>
          <p:nvGrpSpPr>
            <p:cNvPr id="481" name="群組 480">
              <a:extLst>
                <a:ext uri="{FF2B5EF4-FFF2-40B4-BE49-F238E27FC236}">
                  <a16:creationId xmlns:a16="http://schemas.microsoft.com/office/drawing/2014/main" id="{F19D4BA7-E44F-DED3-8226-DAC8AE0A2E82}"/>
                </a:ext>
              </a:extLst>
            </p:cNvPr>
            <p:cNvGrpSpPr/>
            <p:nvPr/>
          </p:nvGrpSpPr>
          <p:grpSpPr>
            <a:xfrm>
              <a:off x="3475175" y="157021"/>
              <a:ext cx="1343894" cy="692724"/>
              <a:chOff x="7970979" y="157021"/>
              <a:chExt cx="1343894" cy="692724"/>
            </a:xfrm>
          </p:grpSpPr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DA07D632-1C3D-365E-AFD9-DC65A4DB58BE}"/>
                  </a:ext>
                </a:extLst>
              </p:cNvPr>
              <p:cNvSpPr/>
              <p:nvPr/>
            </p:nvSpPr>
            <p:spPr>
              <a:xfrm>
                <a:off x="7970981" y="212437"/>
                <a:ext cx="1343892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83" name="文字方塊 482">
                <a:extLst>
                  <a:ext uri="{FF2B5EF4-FFF2-40B4-BE49-F238E27FC236}">
                    <a16:creationId xmlns:a16="http://schemas.microsoft.com/office/drawing/2014/main" id="{E49D36D7-1995-A7E3-72CC-F953D40303CC}"/>
                  </a:ext>
                </a:extLst>
              </p:cNvPr>
              <p:cNvSpPr txBox="1"/>
              <p:nvPr/>
            </p:nvSpPr>
            <p:spPr>
              <a:xfrm>
                <a:off x="7970979" y="157021"/>
                <a:ext cx="1343894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CR468</a:t>
                </a:r>
                <a:endParaRPr lang="zh-TW" altLang="en-US" sz="2131" dirty="0"/>
              </a:p>
            </p:txBody>
          </p:sp>
          <p:sp>
            <p:nvSpPr>
              <p:cNvPr id="484" name="文字方塊 483">
                <a:extLst>
                  <a:ext uri="{FF2B5EF4-FFF2-40B4-BE49-F238E27FC236}">
                    <a16:creationId xmlns:a16="http://schemas.microsoft.com/office/drawing/2014/main" id="{B5085E4F-D30F-6DA7-9AAD-EC08BF2D7879}"/>
                  </a:ext>
                </a:extLst>
              </p:cNvPr>
              <p:cNvSpPr txBox="1"/>
              <p:nvPr/>
            </p:nvSpPr>
            <p:spPr>
              <a:xfrm>
                <a:off x="7970979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1+</a:t>
                </a:r>
                <a:endParaRPr lang="zh-TW" altLang="en-US" sz="2131" dirty="0"/>
              </a:p>
            </p:txBody>
          </p:sp>
          <p:sp>
            <p:nvSpPr>
              <p:cNvPr id="485" name="文字方塊 484">
                <a:extLst>
                  <a:ext uri="{FF2B5EF4-FFF2-40B4-BE49-F238E27FC236}">
                    <a16:creationId xmlns:a16="http://schemas.microsoft.com/office/drawing/2014/main" id="{DE1A08BF-7DAA-E7FF-F18A-CF0C5E7EC916}"/>
                  </a:ext>
                </a:extLst>
              </p:cNvPr>
              <p:cNvSpPr txBox="1"/>
              <p:nvPr/>
            </p:nvSpPr>
            <p:spPr>
              <a:xfrm>
                <a:off x="8622144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1-</a:t>
                </a:r>
                <a:endParaRPr lang="zh-TW" altLang="en-US" sz="2131" dirty="0"/>
              </a:p>
            </p:txBody>
          </p:sp>
        </p:grpSp>
      </p:grpSp>
      <p:grpSp>
        <p:nvGrpSpPr>
          <p:cNvPr id="493" name="群組 492">
            <a:extLst>
              <a:ext uri="{FF2B5EF4-FFF2-40B4-BE49-F238E27FC236}">
                <a16:creationId xmlns:a16="http://schemas.microsoft.com/office/drawing/2014/main" id="{9B51A535-466E-E21B-B447-1474B4D1A12B}"/>
              </a:ext>
            </a:extLst>
          </p:cNvPr>
          <p:cNvGrpSpPr/>
          <p:nvPr/>
        </p:nvGrpSpPr>
        <p:grpSpPr>
          <a:xfrm>
            <a:off x="13702190" y="772129"/>
            <a:ext cx="5345028" cy="820204"/>
            <a:chOff x="304793" y="1575895"/>
            <a:chExt cx="4514276" cy="692724"/>
          </a:xfrm>
        </p:grpSpPr>
        <p:grpSp>
          <p:nvGrpSpPr>
            <p:cNvPr id="494" name="群組 493">
              <a:extLst>
                <a:ext uri="{FF2B5EF4-FFF2-40B4-BE49-F238E27FC236}">
                  <a16:creationId xmlns:a16="http://schemas.microsoft.com/office/drawing/2014/main" id="{9878FE88-55B9-B931-52F8-A97D9D3A0EB5}"/>
                </a:ext>
              </a:extLst>
            </p:cNvPr>
            <p:cNvGrpSpPr/>
            <p:nvPr/>
          </p:nvGrpSpPr>
          <p:grpSpPr>
            <a:xfrm>
              <a:off x="304793" y="1575895"/>
              <a:ext cx="3048002" cy="692724"/>
              <a:chOff x="4137890" y="157021"/>
              <a:chExt cx="3048002" cy="692724"/>
            </a:xfrm>
          </p:grpSpPr>
          <p:sp>
            <p:nvSpPr>
              <p:cNvPr id="500" name="矩形 499">
                <a:extLst>
                  <a:ext uri="{FF2B5EF4-FFF2-40B4-BE49-F238E27FC236}">
                    <a16:creationId xmlns:a16="http://schemas.microsoft.com/office/drawing/2014/main" id="{6194BF81-9286-E7FA-3E0C-FDC83DC4984F}"/>
                  </a:ext>
                </a:extLst>
              </p:cNvPr>
              <p:cNvSpPr/>
              <p:nvPr/>
            </p:nvSpPr>
            <p:spPr>
              <a:xfrm>
                <a:off x="4137892" y="212437"/>
                <a:ext cx="3048000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01" name="文字方塊 500">
                <a:extLst>
                  <a:ext uri="{FF2B5EF4-FFF2-40B4-BE49-F238E27FC236}">
                    <a16:creationId xmlns:a16="http://schemas.microsoft.com/office/drawing/2014/main" id="{B0708D95-8059-6973-0768-86DD1C56F184}"/>
                  </a:ext>
                </a:extLst>
              </p:cNvPr>
              <p:cNvSpPr txBox="1"/>
              <p:nvPr/>
            </p:nvSpPr>
            <p:spPr>
              <a:xfrm>
                <a:off x="4137890" y="157021"/>
                <a:ext cx="30480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CONT2A</a:t>
                </a:r>
                <a:endParaRPr lang="zh-TW" altLang="en-US" sz="2131" dirty="0"/>
              </a:p>
            </p:txBody>
          </p:sp>
          <p:sp>
            <p:nvSpPr>
              <p:cNvPr id="502" name="文字方塊 501">
                <a:extLst>
                  <a:ext uri="{FF2B5EF4-FFF2-40B4-BE49-F238E27FC236}">
                    <a16:creationId xmlns:a16="http://schemas.microsoft.com/office/drawing/2014/main" id="{A3BDAA79-09BD-CAB7-6F58-682FFCC13FD8}"/>
                  </a:ext>
                </a:extLst>
              </p:cNvPr>
              <p:cNvSpPr txBox="1"/>
              <p:nvPr/>
            </p:nvSpPr>
            <p:spPr>
              <a:xfrm>
                <a:off x="4137890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2TC+</a:t>
                </a:r>
                <a:endParaRPr lang="zh-TW" altLang="en-US" sz="2131" dirty="0"/>
              </a:p>
            </p:txBody>
          </p:sp>
          <p:sp>
            <p:nvSpPr>
              <p:cNvPr id="503" name="文字方塊 502">
                <a:extLst>
                  <a:ext uri="{FF2B5EF4-FFF2-40B4-BE49-F238E27FC236}">
                    <a16:creationId xmlns:a16="http://schemas.microsoft.com/office/drawing/2014/main" id="{DB7D32A3-4EF4-96E2-FC3E-E6A944957990}"/>
                  </a:ext>
                </a:extLst>
              </p:cNvPr>
              <p:cNvSpPr txBox="1"/>
              <p:nvPr/>
            </p:nvSpPr>
            <p:spPr>
              <a:xfrm>
                <a:off x="4789055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2TC-</a:t>
                </a:r>
                <a:endParaRPr lang="zh-TW" altLang="en-US" sz="2131" dirty="0"/>
              </a:p>
            </p:txBody>
          </p:sp>
          <p:sp>
            <p:nvSpPr>
              <p:cNvPr id="504" name="文字方塊 503">
                <a:extLst>
                  <a:ext uri="{FF2B5EF4-FFF2-40B4-BE49-F238E27FC236}">
                    <a16:creationId xmlns:a16="http://schemas.microsoft.com/office/drawing/2014/main" id="{6A3F735C-77B7-FAF2-5A21-AA700AD2AA59}"/>
                  </a:ext>
                </a:extLst>
              </p:cNvPr>
              <p:cNvSpPr txBox="1"/>
              <p:nvPr/>
            </p:nvSpPr>
            <p:spPr>
              <a:xfrm>
                <a:off x="5440220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2B+</a:t>
                </a:r>
                <a:endParaRPr lang="zh-TW" altLang="en-US" sz="2131" dirty="0"/>
              </a:p>
            </p:txBody>
          </p:sp>
          <p:sp>
            <p:nvSpPr>
              <p:cNvPr id="505" name="文字方塊 504">
                <a:extLst>
                  <a:ext uri="{FF2B5EF4-FFF2-40B4-BE49-F238E27FC236}">
                    <a16:creationId xmlns:a16="http://schemas.microsoft.com/office/drawing/2014/main" id="{1FBD6E59-A595-A443-20E7-9E1154D38D9F}"/>
                  </a:ext>
                </a:extLst>
              </p:cNvPr>
              <p:cNvSpPr txBox="1"/>
              <p:nvPr/>
            </p:nvSpPr>
            <p:spPr>
              <a:xfrm>
                <a:off x="6008256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2B-</a:t>
                </a:r>
                <a:endParaRPr lang="zh-TW" altLang="en-US" sz="2131" dirty="0"/>
              </a:p>
            </p:txBody>
          </p:sp>
          <p:sp>
            <p:nvSpPr>
              <p:cNvPr id="506" name="文字方塊 505">
                <a:extLst>
                  <a:ext uri="{FF2B5EF4-FFF2-40B4-BE49-F238E27FC236}">
                    <a16:creationId xmlns:a16="http://schemas.microsoft.com/office/drawing/2014/main" id="{41BC1AE3-2FBB-1766-761B-227D9056ADB5}"/>
                  </a:ext>
                </a:extLst>
              </p:cNvPr>
              <p:cNvSpPr txBox="1"/>
              <p:nvPr/>
            </p:nvSpPr>
            <p:spPr>
              <a:xfrm>
                <a:off x="6576291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2B+</a:t>
                </a:r>
                <a:endParaRPr lang="zh-TW" altLang="en-US" sz="2131" dirty="0"/>
              </a:p>
            </p:txBody>
          </p:sp>
        </p:grpSp>
        <p:grpSp>
          <p:nvGrpSpPr>
            <p:cNvPr id="495" name="群組 494">
              <a:extLst>
                <a:ext uri="{FF2B5EF4-FFF2-40B4-BE49-F238E27FC236}">
                  <a16:creationId xmlns:a16="http://schemas.microsoft.com/office/drawing/2014/main" id="{9EE007EF-899A-8B92-CB5C-34B1BCDCEA27}"/>
                </a:ext>
              </a:extLst>
            </p:cNvPr>
            <p:cNvGrpSpPr/>
            <p:nvPr/>
          </p:nvGrpSpPr>
          <p:grpSpPr>
            <a:xfrm>
              <a:off x="3475175" y="1575895"/>
              <a:ext cx="1343894" cy="692724"/>
              <a:chOff x="7970979" y="157021"/>
              <a:chExt cx="1343894" cy="692724"/>
            </a:xfrm>
          </p:grpSpPr>
          <p:sp>
            <p:nvSpPr>
              <p:cNvPr id="496" name="矩形 495">
                <a:extLst>
                  <a:ext uri="{FF2B5EF4-FFF2-40B4-BE49-F238E27FC236}">
                    <a16:creationId xmlns:a16="http://schemas.microsoft.com/office/drawing/2014/main" id="{BD43F3A1-621A-8F8D-57B3-081BC6E5AD91}"/>
                  </a:ext>
                </a:extLst>
              </p:cNvPr>
              <p:cNvSpPr/>
              <p:nvPr/>
            </p:nvSpPr>
            <p:spPr>
              <a:xfrm>
                <a:off x="7970981" y="212437"/>
                <a:ext cx="1343892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7" name="文字方塊 496">
                <a:extLst>
                  <a:ext uri="{FF2B5EF4-FFF2-40B4-BE49-F238E27FC236}">
                    <a16:creationId xmlns:a16="http://schemas.microsoft.com/office/drawing/2014/main" id="{094F8589-4570-58B1-6257-7FC931C80519}"/>
                  </a:ext>
                </a:extLst>
              </p:cNvPr>
              <p:cNvSpPr txBox="1"/>
              <p:nvPr/>
            </p:nvSpPr>
            <p:spPr>
              <a:xfrm>
                <a:off x="7970979" y="157021"/>
                <a:ext cx="1343894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CR468</a:t>
                </a:r>
                <a:endParaRPr lang="zh-TW" altLang="en-US" sz="2131" dirty="0"/>
              </a:p>
            </p:txBody>
          </p:sp>
          <p:sp>
            <p:nvSpPr>
              <p:cNvPr id="498" name="文字方塊 497">
                <a:extLst>
                  <a:ext uri="{FF2B5EF4-FFF2-40B4-BE49-F238E27FC236}">
                    <a16:creationId xmlns:a16="http://schemas.microsoft.com/office/drawing/2014/main" id="{D2C9986D-BD6F-D00E-3DD1-6EB132E19BE5}"/>
                  </a:ext>
                </a:extLst>
              </p:cNvPr>
              <p:cNvSpPr txBox="1"/>
              <p:nvPr/>
            </p:nvSpPr>
            <p:spPr>
              <a:xfrm>
                <a:off x="7970979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2+</a:t>
                </a:r>
                <a:endParaRPr lang="zh-TW" altLang="en-US" sz="2131" dirty="0"/>
              </a:p>
            </p:txBody>
          </p:sp>
          <p:sp>
            <p:nvSpPr>
              <p:cNvPr id="499" name="文字方塊 498">
                <a:extLst>
                  <a:ext uri="{FF2B5EF4-FFF2-40B4-BE49-F238E27FC236}">
                    <a16:creationId xmlns:a16="http://schemas.microsoft.com/office/drawing/2014/main" id="{B52E8FA2-E557-F366-E72E-BCF3E33BE671}"/>
                  </a:ext>
                </a:extLst>
              </p:cNvPr>
              <p:cNvSpPr txBox="1"/>
              <p:nvPr/>
            </p:nvSpPr>
            <p:spPr>
              <a:xfrm>
                <a:off x="8622144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2-</a:t>
                </a:r>
                <a:endParaRPr lang="zh-TW" altLang="en-US" sz="2131" dirty="0"/>
              </a:p>
            </p:txBody>
          </p:sp>
        </p:grpSp>
      </p:grpSp>
      <p:grpSp>
        <p:nvGrpSpPr>
          <p:cNvPr id="507" name="群組 506">
            <a:extLst>
              <a:ext uri="{FF2B5EF4-FFF2-40B4-BE49-F238E27FC236}">
                <a16:creationId xmlns:a16="http://schemas.microsoft.com/office/drawing/2014/main" id="{22F7510D-4D78-9971-811A-BE616FC9299B}"/>
              </a:ext>
            </a:extLst>
          </p:cNvPr>
          <p:cNvGrpSpPr/>
          <p:nvPr/>
        </p:nvGrpSpPr>
        <p:grpSpPr>
          <a:xfrm>
            <a:off x="19437504" y="772129"/>
            <a:ext cx="5345028" cy="820204"/>
            <a:chOff x="304793" y="3050185"/>
            <a:chExt cx="4514276" cy="692724"/>
          </a:xfrm>
        </p:grpSpPr>
        <p:grpSp>
          <p:nvGrpSpPr>
            <p:cNvPr id="508" name="群組 507">
              <a:extLst>
                <a:ext uri="{FF2B5EF4-FFF2-40B4-BE49-F238E27FC236}">
                  <a16:creationId xmlns:a16="http://schemas.microsoft.com/office/drawing/2014/main" id="{5B6BF64D-EE82-9C87-935F-432FDA90D5E7}"/>
                </a:ext>
              </a:extLst>
            </p:cNvPr>
            <p:cNvGrpSpPr/>
            <p:nvPr/>
          </p:nvGrpSpPr>
          <p:grpSpPr>
            <a:xfrm>
              <a:off x="304793" y="3050185"/>
              <a:ext cx="3048002" cy="692724"/>
              <a:chOff x="7970979" y="157021"/>
              <a:chExt cx="3048002" cy="692724"/>
            </a:xfrm>
          </p:grpSpPr>
          <p:sp>
            <p:nvSpPr>
              <p:cNvPr id="514" name="矩形 513">
                <a:extLst>
                  <a:ext uri="{FF2B5EF4-FFF2-40B4-BE49-F238E27FC236}">
                    <a16:creationId xmlns:a16="http://schemas.microsoft.com/office/drawing/2014/main" id="{144EE8D4-E907-F297-9D9F-EC67667C5686}"/>
                  </a:ext>
                </a:extLst>
              </p:cNvPr>
              <p:cNvSpPr/>
              <p:nvPr/>
            </p:nvSpPr>
            <p:spPr>
              <a:xfrm>
                <a:off x="7970981" y="212437"/>
                <a:ext cx="3048000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5" name="文字方塊 514">
                <a:extLst>
                  <a:ext uri="{FF2B5EF4-FFF2-40B4-BE49-F238E27FC236}">
                    <a16:creationId xmlns:a16="http://schemas.microsoft.com/office/drawing/2014/main" id="{61525988-04ED-0E7C-0748-4D318DB4C9F2}"/>
                  </a:ext>
                </a:extLst>
              </p:cNvPr>
              <p:cNvSpPr txBox="1"/>
              <p:nvPr/>
            </p:nvSpPr>
            <p:spPr>
              <a:xfrm>
                <a:off x="7970979" y="157021"/>
                <a:ext cx="30480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CONT3A</a:t>
                </a:r>
                <a:endParaRPr lang="zh-TW" altLang="en-US" sz="2131" dirty="0"/>
              </a:p>
            </p:txBody>
          </p:sp>
          <p:sp>
            <p:nvSpPr>
              <p:cNvPr id="516" name="文字方塊 515">
                <a:extLst>
                  <a:ext uri="{FF2B5EF4-FFF2-40B4-BE49-F238E27FC236}">
                    <a16:creationId xmlns:a16="http://schemas.microsoft.com/office/drawing/2014/main" id="{8676FB80-792F-4F0D-73BA-B61E408604F4}"/>
                  </a:ext>
                </a:extLst>
              </p:cNvPr>
              <p:cNvSpPr txBox="1"/>
              <p:nvPr/>
            </p:nvSpPr>
            <p:spPr>
              <a:xfrm>
                <a:off x="7970979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3TC+</a:t>
                </a:r>
                <a:endParaRPr lang="zh-TW" altLang="en-US" sz="2131" dirty="0"/>
              </a:p>
            </p:txBody>
          </p:sp>
          <p:sp>
            <p:nvSpPr>
              <p:cNvPr id="517" name="文字方塊 516">
                <a:extLst>
                  <a:ext uri="{FF2B5EF4-FFF2-40B4-BE49-F238E27FC236}">
                    <a16:creationId xmlns:a16="http://schemas.microsoft.com/office/drawing/2014/main" id="{B9CFDDC0-7847-7903-915F-6EA0C6A1B01C}"/>
                  </a:ext>
                </a:extLst>
              </p:cNvPr>
              <p:cNvSpPr txBox="1"/>
              <p:nvPr/>
            </p:nvSpPr>
            <p:spPr>
              <a:xfrm>
                <a:off x="8622144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3TC-</a:t>
                </a:r>
                <a:endParaRPr lang="zh-TW" altLang="en-US" sz="2131" dirty="0"/>
              </a:p>
            </p:txBody>
          </p:sp>
          <p:sp>
            <p:nvSpPr>
              <p:cNvPr id="518" name="文字方塊 517">
                <a:extLst>
                  <a:ext uri="{FF2B5EF4-FFF2-40B4-BE49-F238E27FC236}">
                    <a16:creationId xmlns:a16="http://schemas.microsoft.com/office/drawing/2014/main" id="{BE3C3E6A-D056-CC64-F6DC-CEA3BE95E87F}"/>
                  </a:ext>
                </a:extLst>
              </p:cNvPr>
              <p:cNvSpPr txBox="1"/>
              <p:nvPr/>
            </p:nvSpPr>
            <p:spPr>
              <a:xfrm>
                <a:off x="9273309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3B+</a:t>
                </a:r>
                <a:endParaRPr lang="zh-TW" altLang="en-US" sz="2131" dirty="0"/>
              </a:p>
            </p:txBody>
          </p:sp>
          <p:sp>
            <p:nvSpPr>
              <p:cNvPr id="519" name="文字方塊 518">
                <a:extLst>
                  <a:ext uri="{FF2B5EF4-FFF2-40B4-BE49-F238E27FC236}">
                    <a16:creationId xmlns:a16="http://schemas.microsoft.com/office/drawing/2014/main" id="{0BD170D4-CCF3-E9FA-991D-29F1DF9C18B8}"/>
                  </a:ext>
                </a:extLst>
              </p:cNvPr>
              <p:cNvSpPr txBox="1"/>
              <p:nvPr/>
            </p:nvSpPr>
            <p:spPr>
              <a:xfrm>
                <a:off x="9841345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3B-</a:t>
                </a:r>
                <a:endParaRPr lang="zh-TW" altLang="en-US" sz="2131" dirty="0"/>
              </a:p>
            </p:txBody>
          </p:sp>
          <p:sp>
            <p:nvSpPr>
              <p:cNvPr id="520" name="文字方塊 519">
                <a:extLst>
                  <a:ext uri="{FF2B5EF4-FFF2-40B4-BE49-F238E27FC236}">
                    <a16:creationId xmlns:a16="http://schemas.microsoft.com/office/drawing/2014/main" id="{C0D40AA4-E5EE-C188-36EC-AB41DF670372}"/>
                  </a:ext>
                </a:extLst>
              </p:cNvPr>
              <p:cNvSpPr txBox="1"/>
              <p:nvPr/>
            </p:nvSpPr>
            <p:spPr>
              <a:xfrm>
                <a:off x="10409380" y="480413"/>
                <a:ext cx="609600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3B+</a:t>
                </a:r>
                <a:endParaRPr lang="zh-TW" altLang="en-US" sz="2131" dirty="0"/>
              </a:p>
            </p:txBody>
          </p:sp>
        </p:grpSp>
        <p:grpSp>
          <p:nvGrpSpPr>
            <p:cNvPr id="509" name="群組 508">
              <a:extLst>
                <a:ext uri="{FF2B5EF4-FFF2-40B4-BE49-F238E27FC236}">
                  <a16:creationId xmlns:a16="http://schemas.microsoft.com/office/drawing/2014/main" id="{1EFE75BF-17B8-D233-2C9D-8A6606BA072D}"/>
                </a:ext>
              </a:extLst>
            </p:cNvPr>
            <p:cNvGrpSpPr/>
            <p:nvPr/>
          </p:nvGrpSpPr>
          <p:grpSpPr>
            <a:xfrm>
              <a:off x="3475175" y="3050185"/>
              <a:ext cx="1343894" cy="692724"/>
              <a:chOff x="7970979" y="157021"/>
              <a:chExt cx="1343894" cy="692724"/>
            </a:xfrm>
          </p:grpSpPr>
          <p:sp>
            <p:nvSpPr>
              <p:cNvPr id="510" name="矩形 509">
                <a:extLst>
                  <a:ext uri="{FF2B5EF4-FFF2-40B4-BE49-F238E27FC236}">
                    <a16:creationId xmlns:a16="http://schemas.microsoft.com/office/drawing/2014/main" id="{18DC6B8D-9FC8-1785-37F9-D16A5390693F}"/>
                  </a:ext>
                </a:extLst>
              </p:cNvPr>
              <p:cNvSpPr/>
              <p:nvPr/>
            </p:nvSpPr>
            <p:spPr>
              <a:xfrm>
                <a:off x="7970981" y="212437"/>
                <a:ext cx="1343892" cy="637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13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1" name="文字方塊 510">
                <a:extLst>
                  <a:ext uri="{FF2B5EF4-FFF2-40B4-BE49-F238E27FC236}">
                    <a16:creationId xmlns:a16="http://schemas.microsoft.com/office/drawing/2014/main" id="{02859072-E050-3F90-1F74-7914BFD77320}"/>
                  </a:ext>
                </a:extLst>
              </p:cNvPr>
              <p:cNvSpPr txBox="1"/>
              <p:nvPr/>
            </p:nvSpPr>
            <p:spPr>
              <a:xfrm>
                <a:off x="7970979" y="157021"/>
                <a:ext cx="1343894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CR468</a:t>
                </a:r>
                <a:endParaRPr lang="zh-TW" altLang="en-US" sz="2131" dirty="0"/>
              </a:p>
            </p:txBody>
          </p:sp>
          <p:sp>
            <p:nvSpPr>
              <p:cNvPr id="512" name="文字方塊 511">
                <a:extLst>
                  <a:ext uri="{FF2B5EF4-FFF2-40B4-BE49-F238E27FC236}">
                    <a16:creationId xmlns:a16="http://schemas.microsoft.com/office/drawing/2014/main" id="{7FFC5ACE-F726-CED6-9461-AD38A62D5E72}"/>
                  </a:ext>
                </a:extLst>
              </p:cNvPr>
              <p:cNvSpPr txBox="1"/>
              <p:nvPr/>
            </p:nvSpPr>
            <p:spPr>
              <a:xfrm>
                <a:off x="7970979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3+</a:t>
                </a:r>
                <a:endParaRPr lang="zh-TW" altLang="en-US" sz="2131" dirty="0"/>
              </a:p>
            </p:txBody>
          </p:sp>
          <p:sp>
            <p:nvSpPr>
              <p:cNvPr id="513" name="文字方塊 512">
                <a:extLst>
                  <a:ext uri="{FF2B5EF4-FFF2-40B4-BE49-F238E27FC236}">
                    <a16:creationId xmlns:a16="http://schemas.microsoft.com/office/drawing/2014/main" id="{FB0A9B45-CAD7-08E7-8504-7B6FD613876D}"/>
                  </a:ext>
                </a:extLst>
              </p:cNvPr>
              <p:cNvSpPr txBox="1"/>
              <p:nvPr/>
            </p:nvSpPr>
            <p:spPr>
              <a:xfrm>
                <a:off x="8622144" y="480413"/>
                <a:ext cx="692729" cy="354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3-</a:t>
                </a:r>
                <a:endParaRPr lang="zh-TW" altLang="en-US" sz="2131" dirty="0"/>
              </a:p>
            </p:txBody>
          </p:sp>
        </p:grpSp>
      </p:grpSp>
      <p:grpSp>
        <p:nvGrpSpPr>
          <p:cNvPr id="521" name="群組 520">
            <a:extLst>
              <a:ext uri="{FF2B5EF4-FFF2-40B4-BE49-F238E27FC236}">
                <a16:creationId xmlns:a16="http://schemas.microsoft.com/office/drawing/2014/main" id="{F5DC4612-F5DD-34C1-ADD0-511F5287F65A}"/>
              </a:ext>
            </a:extLst>
          </p:cNvPr>
          <p:cNvGrpSpPr/>
          <p:nvPr/>
        </p:nvGrpSpPr>
        <p:grpSpPr>
          <a:xfrm>
            <a:off x="5094462" y="4831106"/>
            <a:ext cx="10668177" cy="1670492"/>
            <a:chOff x="-6664782" y="2022301"/>
            <a:chExt cx="9010073" cy="1410855"/>
          </a:xfrm>
        </p:grpSpPr>
        <p:sp>
          <p:nvSpPr>
            <p:cNvPr id="522" name="矩形 521">
              <a:extLst>
                <a:ext uri="{FF2B5EF4-FFF2-40B4-BE49-F238E27FC236}">
                  <a16:creationId xmlns:a16="http://schemas.microsoft.com/office/drawing/2014/main" id="{5240D788-A622-CF3F-B230-29B91DC06D3D}"/>
                </a:ext>
              </a:extLst>
            </p:cNvPr>
            <p:cNvSpPr/>
            <p:nvPr/>
          </p:nvSpPr>
          <p:spPr>
            <a:xfrm>
              <a:off x="-6664782" y="2022301"/>
              <a:ext cx="9010073" cy="14108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23" name="群組 522">
              <a:extLst>
                <a:ext uri="{FF2B5EF4-FFF2-40B4-BE49-F238E27FC236}">
                  <a16:creationId xmlns:a16="http://schemas.microsoft.com/office/drawing/2014/main" id="{F6959194-B3E1-9B10-EEA9-F283DFF8BC40}"/>
                </a:ext>
              </a:extLst>
            </p:cNvPr>
            <p:cNvGrpSpPr/>
            <p:nvPr/>
          </p:nvGrpSpPr>
          <p:grpSpPr>
            <a:xfrm>
              <a:off x="-6664781" y="2022301"/>
              <a:ext cx="1025236" cy="908817"/>
              <a:chOff x="304800" y="3428999"/>
              <a:chExt cx="1025236" cy="908817"/>
            </a:xfrm>
          </p:grpSpPr>
          <p:sp>
            <p:nvSpPr>
              <p:cNvPr id="552" name="文字方塊 551">
                <a:extLst>
                  <a:ext uri="{FF2B5EF4-FFF2-40B4-BE49-F238E27FC236}">
                    <a16:creationId xmlns:a16="http://schemas.microsoft.com/office/drawing/2014/main" id="{A25FEA22-859E-26A7-1D7A-56CA702EDA63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01A</a:t>
                </a:r>
                <a:endParaRPr lang="zh-TW" altLang="en-US" sz="2131" dirty="0"/>
              </a:p>
            </p:txBody>
          </p:sp>
          <p:sp>
            <p:nvSpPr>
              <p:cNvPr id="553" name="文字方塊 552">
                <a:extLst>
                  <a:ext uri="{FF2B5EF4-FFF2-40B4-BE49-F238E27FC236}">
                    <a16:creationId xmlns:a16="http://schemas.microsoft.com/office/drawing/2014/main" id="{17BDF236-0924-56C6-EEC8-D78758E6E28E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01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54" name="文字方塊 553">
                <a:extLst>
                  <a:ext uri="{FF2B5EF4-FFF2-40B4-BE49-F238E27FC236}">
                    <a16:creationId xmlns:a16="http://schemas.microsoft.com/office/drawing/2014/main" id="{B42CD848-2AAE-6C64-D83C-E69585F61A1D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01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4" name="群組 523">
              <a:extLst>
                <a:ext uri="{FF2B5EF4-FFF2-40B4-BE49-F238E27FC236}">
                  <a16:creationId xmlns:a16="http://schemas.microsoft.com/office/drawing/2014/main" id="{8BF41916-76E1-0592-D287-5A0F5DCA1F58}"/>
                </a:ext>
              </a:extLst>
            </p:cNvPr>
            <p:cNvGrpSpPr/>
            <p:nvPr/>
          </p:nvGrpSpPr>
          <p:grpSpPr>
            <a:xfrm>
              <a:off x="-5524090" y="2022301"/>
              <a:ext cx="1025236" cy="908817"/>
              <a:chOff x="304800" y="3428999"/>
              <a:chExt cx="1025236" cy="908817"/>
            </a:xfrm>
          </p:grpSpPr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148BDCCF-1C99-E916-C86E-66CE4FB73422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02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C17CCADB-B81C-4B7D-2B53-0B08D5D3C79C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02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51" name="文字方塊 550">
                <a:extLst>
                  <a:ext uri="{FF2B5EF4-FFF2-40B4-BE49-F238E27FC236}">
                    <a16:creationId xmlns:a16="http://schemas.microsoft.com/office/drawing/2014/main" id="{3A6873FB-67A6-E572-3685-C6D4487F4CA0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02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5" name="群組 524">
              <a:extLst>
                <a:ext uri="{FF2B5EF4-FFF2-40B4-BE49-F238E27FC236}">
                  <a16:creationId xmlns:a16="http://schemas.microsoft.com/office/drawing/2014/main" id="{856D3E6E-B0FB-2F0F-48B5-7CCF4912BFC4}"/>
                </a:ext>
              </a:extLst>
            </p:cNvPr>
            <p:cNvGrpSpPr/>
            <p:nvPr/>
          </p:nvGrpSpPr>
          <p:grpSpPr>
            <a:xfrm>
              <a:off x="-4383399" y="2022301"/>
              <a:ext cx="1025236" cy="908817"/>
              <a:chOff x="304800" y="3428999"/>
              <a:chExt cx="1025236" cy="908817"/>
            </a:xfrm>
          </p:grpSpPr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BE3000FF-5E8F-4561-A181-BC47AA51CE4E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03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092B7867-B28D-3FA6-0E0A-B2C814DC2077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03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6AC6A0A3-D08B-FA6C-1562-398819BD5FFB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03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6" name="群組 525">
              <a:extLst>
                <a:ext uri="{FF2B5EF4-FFF2-40B4-BE49-F238E27FC236}">
                  <a16:creationId xmlns:a16="http://schemas.microsoft.com/office/drawing/2014/main" id="{44AFF77E-A241-4264-8DBD-192B8778DE8B}"/>
                </a:ext>
              </a:extLst>
            </p:cNvPr>
            <p:cNvGrpSpPr/>
            <p:nvPr/>
          </p:nvGrpSpPr>
          <p:grpSpPr>
            <a:xfrm>
              <a:off x="-3242708" y="2022301"/>
              <a:ext cx="1025236" cy="908817"/>
              <a:chOff x="304800" y="3428999"/>
              <a:chExt cx="1025236" cy="908817"/>
            </a:xfrm>
          </p:grpSpPr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C9850C03-DFD9-C9E4-B53E-FBD9412D4E30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04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3E781B0A-AEE9-2C53-4770-3FECE3E91E72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04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9C40C40B-DA30-7FCF-65A4-7DB685CD4D22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04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7" name="群組 526">
              <a:extLst>
                <a:ext uri="{FF2B5EF4-FFF2-40B4-BE49-F238E27FC236}">
                  <a16:creationId xmlns:a16="http://schemas.microsoft.com/office/drawing/2014/main" id="{55D15752-B980-C7AF-B9AF-0FA5E5D92600}"/>
                </a:ext>
              </a:extLst>
            </p:cNvPr>
            <p:cNvGrpSpPr/>
            <p:nvPr/>
          </p:nvGrpSpPr>
          <p:grpSpPr>
            <a:xfrm>
              <a:off x="-2102017" y="2022301"/>
              <a:ext cx="1025236" cy="908817"/>
              <a:chOff x="304800" y="3428999"/>
              <a:chExt cx="1025236" cy="908817"/>
            </a:xfrm>
          </p:grpSpPr>
          <p:sp>
            <p:nvSpPr>
              <p:cNvPr id="540" name="文字方塊 539">
                <a:extLst>
                  <a:ext uri="{FF2B5EF4-FFF2-40B4-BE49-F238E27FC236}">
                    <a16:creationId xmlns:a16="http://schemas.microsoft.com/office/drawing/2014/main" id="{4246C247-1C8D-CB82-43C3-2E0125B6CD79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05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541" name="文字方塊 540">
                <a:extLst>
                  <a:ext uri="{FF2B5EF4-FFF2-40B4-BE49-F238E27FC236}">
                    <a16:creationId xmlns:a16="http://schemas.microsoft.com/office/drawing/2014/main" id="{51E34673-B519-9A75-582F-D5490DA1677F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05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42" name="文字方塊 541">
                <a:extLst>
                  <a:ext uri="{FF2B5EF4-FFF2-40B4-BE49-F238E27FC236}">
                    <a16:creationId xmlns:a16="http://schemas.microsoft.com/office/drawing/2014/main" id="{FE6B2C5A-6B2D-1166-3518-B1912312EA09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05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8" name="群組 527">
              <a:extLst>
                <a:ext uri="{FF2B5EF4-FFF2-40B4-BE49-F238E27FC236}">
                  <a16:creationId xmlns:a16="http://schemas.microsoft.com/office/drawing/2014/main" id="{37450327-D8BB-0892-4B1A-4C97A5F30ECF}"/>
                </a:ext>
              </a:extLst>
            </p:cNvPr>
            <p:cNvGrpSpPr/>
            <p:nvPr/>
          </p:nvGrpSpPr>
          <p:grpSpPr>
            <a:xfrm>
              <a:off x="-961326" y="2022301"/>
              <a:ext cx="1025236" cy="908817"/>
              <a:chOff x="304800" y="3428999"/>
              <a:chExt cx="1025236" cy="908817"/>
            </a:xfrm>
          </p:grpSpPr>
          <p:sp>
            <p:nvSpPr>
              <p:cNvPr id="537" name="文字方塊 536">
                <a:extLst>
                  <a:ext uri="{FF2B5EF4-FFF2-40B4-BE49-F238E27FC236}">
                    <a16:creationId xmlns:a16="http://schemas.microsoft.com/office/drawing/2014/main" id="{2EEF6A0B-6CF5-7DA5-1A04-4AE55D1566E8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06</a:t>
                </a:r>
              </a:p>
              <a:p>
                <a:pPr algn="ctr"/>
                <a:r>
                  <a:rPr lang="en-US" altLang="zh-TW" sz="2131" dirty="0"/>
                  <a:t>A</a:t>
                </a:r>
                <a:endParaRPr lang="zh-TW" altLang="en-US" sz="2131" dirty="0"/>
              </a:p>
            </p:txBody>
          </p:sp>
          <p:sp>
            <p:nvSpPr>
              <p:cNvPr id="538" name="文字方塊 537">
                <a:extLst>
                  <a:ext uri="{FF2B5EF4-FFF2-40B4-BE49-F238E27FC236}">
                    <a16:creationId xmlns:a16="http://schemas.microsoft.com/office/drawing/2014/main" id="{23425FF8-2990-A963-4809-54AA91D1EB03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06</a:t>
                </a:r>
              </a:p>
              <a:p>
                <a:pPr algn="ctr"/>
                <a:r>
                  <a:rPr lang="en-US" altLang="zh-TW" sz="2131" dirty="0"/>
                  <a:t>C</a:t>
                </a:r>
                <a:endParaRPr lang="zh-TW" altLang="en-US" sz="2131" dirty="0"/>
              </a:p>
            </p:txBody>
          </p:sp>
          <p:sp>
            <p:nvSpPr>
              <p:cNvPr id="539" name="文字方塊 538">
                <a:extLst>
                  <a:ext uri="{FF2B5EF4-FFF2-40B4-BE49-F238E27FC236}">
                    <a16:creationId xmlns:a16="http://schemas.microsoft.com/office/drawing/2014/main" id="{4B2F28B7-4783-8599-6AEB-1B32A876A44D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/>
                  <a:t>06</a:t>
                </a:r>
              </a:p>
              <a:p>
                <a:pPr algn="ctr"/>
                <a:r>
                  <a:rPr lang="en-US" altLang="zh-TW" sz="2131" dirty="0"/>
                  <a:t>B</a:t>
                </a:r>
                <a:endParaRPr lang="zh-TW" altLang="en-US" sz="2131" dirty="0"/>
              </a:p>
            </p:txBody>
          </p:sp>
        </p:grpSp>
        <p:grpSp>
          <p:nvGrpSpPr>
            <p:cNvPr id="529" name="群組 528">
              <a:extLst>
                <a:ext uri="{FF2B5EF4-FFF2-40B4-BE49-F238E27FC236}">
                  <a16:creationId xmlns:a16="http://schemas.microsoft.com/office/drawing/2014/main" id="{64E4AB8D-3ED3-34BB-B6B1-74BEA475072E}"/>
                </a:ext>
              </a:extLst>
            </p:cNvPr>
            <p:cNvGrpSpPr/>
            <p:nvPr/>
          </p:nvGrpSpPr>
          <p:grpSpPr>
            <a:xfrm>
              <a:off x="179365" y="2022301"/>
              <a:ext cx="1025236" cy="908817"/>
              <a:chOff x="304800" y="3428999"/>
              <a:chExt cx="1025236" cy="908817"/>
            </a:xfrm>
          </p:grpSpPr>
          <p:sp>
            <p:nvSpPr>
              <p:cNvPr id="534" name="文字方塊 533">
                <a:extLst>
                  <a:ext uri="{FF2B5EF4-FFF2-40B4-BE49-F238E27FC236}">
                    <a16:creationId xmlns:a16="http://schemas.microsoft.com/office/drawing/2014/main" id="{B22E62DF-8BC8-0A04-22ED-916431525274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07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A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5" name="文字方塊 534">
                <a:extLst>
                  <a:ext uri="{FF2B5EF4-FFF2-40B4-BE49-F238E27FC236}">
                    <a16:creationId xmlns:a16="http://schemas.microsoft.com/office/drawing/2014/main" id="{4B9FB9A4-90F8-FB42-5E0E-7AFF93E0E316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07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C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6" name="文字方塊 535">
                <a:extLst>
                  <a:ext uri="{FF2B5EF4-FFF2-40B4-BE49-F238E27FC236}">
                    <a16:creationId xmlns:a16="http://schemas.microsoft.com/office/drawing/2014/main" id="{4A483F83-0B2C-1B68-596D-9026DEFC62C7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07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B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30" name="群組 529">
              <a:extLst>
                <a:ext uri="{FF2B5EF4-FFF2-40B4-BE49-F238E27FC236}">
                  <a16:creationId xmlns:a16="http://schemas.microsoft.com/office/drawing/2014/main" id="{2D0B50D7-8293-48B4-F803-E0FB3B20E016}"/>
                </a:ext>
              </a:extLst>
            </p:cNvPr>
            <p:cNvGrpSpPr/>
            <p:nvPr/>
          </p:nvGrpSpPr>
          <p:grpSpPr>
            <a:xfrm>
              <a:off x="1320055" y="2022301"/>
              <a:ext cx="1025236" cy="908817"/>
              <a:chOff x="304800" y="3428999"/>
              <a:chExt cx="1025236" cy="908817"/>
            </a:xfrm>
          </p:grpSpPr>
          <p:sp>
            <p:nvSpPr>
              <p:cNvPr id="531" name="文字方塊 530">
                <a:extLst>
                  <a:ext uri="{FF2B5EF4-FFF2-40B4-BE49-F238E27FC236}">
                    <a16:creationId xmlns:a16="http://schemas.microsoft.com/office/drawing/2014/main" id="{018AFA42-21CE-7830-8F29-6378F0C82D29}"/>
                  </a:ext>
                </a:extLst>
              </p:cNvPr>
              <p:cNvSpPr txBox="1"/>
              <p:nvPr/>
            </p:nvSpPr>
            <p:spPr>
              <a:xfrm>
                <a:off x="304800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08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A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2" name="文字方塊 531">
                <a:extLst>
                  <a:ext uri="{FF2B5EF4-FFF2-40B4-BE49-F238E27FC236}">
                    <a16:creationId xmlns:a16="http://schemas.microsoft.com/office/drawing/2014/main" id="{D51795A7-F806-8C68-649C-3D658998AF84}"/>
                  </a:ext>
                </a:extLst>
              </p:cNvPr>
              <p:cNvSpPr txBox="1"/>
              <p:nvPr/>
            </p:nvSpPr>
            <p:spPr>
              <a:xfrm>
                <a:off x="651163" y="3428999"/>
                <a:ext cx="332510" cy="90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08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C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" name="文字方塊 532">
                <a:extLst>
                  <a:ext uri="{FF2B5EF4-FFF2-40B4-BE49-F238E27FC236}">
                    <a16:creationId xmlns:a16="http://schemas.microsoft.com/office/drawing/2014/main" id="{D8EF343B-2D68-2D05-9CD3-7FA63BF31911}"/>
                  </a:ext>
                </a:extLst>
              </p:cNvPr>
              <p:cNvSpPr txBox="1"/>
              <p:nvPr/>
            </p:nvSpPr>
            <p:spPr>
              <a:xfrm>
                <a:off x="997526" y="3428999"/>
                <a:ext cx="332510" cy="9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08</a:t>
                </a:r>
              </a:p>
              <a:p>
                <a:pPr algn="ctr"/>
                <a:r>
                  <a:rPr lang="en-US" altLang="zh-TW" sz="2131" dirty="0">
                    <a:solidFill>
                      <a:schemeClr val="bg2">
                        <a:lumMod val="75000"/>
                      </a:schemeClr>
                    </a:solidFill>
                  </a:rPr>
                  <a:t>B</a:t>
                </a:r>
                <a:endParaRPr lang="zh-TW" altLang="en-US" sz="213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555" name="文字方塊 554">
            <a:extLst>
              <a:ext uri="{FF2B5EF4-FFF2-40B4-BE49-F238E27FC236}">
                <a16:creationId xmlns:a16="http://schemas.microsoft.com/office/drawing/2014/main" id="{10744CF3-B178-0294-1DDB-79E85E8CBCF0}"/>
              </a:ext>
            </a:extLst>
          </p:cNvPr>
          <p:cNvSpPr txBox="1"/>
          <p:nvPr/>
        </p:nvSpPr>
        <p:spPr>
          <a:xfrm>
            <a:off x="8157423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01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56" name="文字方塊 555">
            <a:extLst>
              <a:ext uri="{FF2B5EF4-FFF2-40B4-BE49-F238E27FC236}">
                <a16:creationId xmlns:a16="http://schemas.microsoft.com/office/drawing/2014/main" id="{B1C17DCB-C6CE-D291-60A3-16319E1FF1B1}"/>
              </a:ext>
            </a:extLst>
          </p:cNvPr>
          <p:cNvSpPr txBox="1"/>
          <p:nvPr/>
        </p:nvSpPr>
        <p:spPr>
          <a:xfrm>
            <a:off x="13850040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03C</a:t>
            </a:r>
            <a:endParaRPr lang="zh-TW" altLang="en-US" sz="2131" dirty="0"/>
          </a:p>
        </p:txBody>
      </p:sp>
      <p:sp>
        <p:nvSpPr>
          <p:cNvPr id="557" name="文字方塊 556">
            <a:extLst>
              <a:ext uri="{FF2B5EF4-FFF2-40B4-BE49-F238E27FC236}">
                <a16:creationId xmlns:a16="http://schemas.microsoft.com/office/drawing/2014/main" id="{D6A0CA75-B4E1-E405-746C-5D36FCD8E7CD}"/>
              </a:ext>
            </a:extLst>
          </p:cNvPr>
          <p:cNvSpPr txBox="1"/>
          <p:nvPr/>
        </p:nvSpPr>
        <p:spPr>
          <a:xfrm>
            <a:off x="14631972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04C</a:t>
            </a:r>
            <a:endParaRPr lang="zh-TW" altLang="en-US" sz="2131" dirty="0"/>
          </a:p>
        </p:txBody>
      </p:sp>
      <p:sp>
        <p:nvSpPr>
          <p:cNvPr id="558" name="文字方塊 557">
            <a:extLst>
              <a:ext uri="{FF2B5EF4-FFF2-40B4-BE49-F238E27FC236}">
                <a16:creationId xmlns:a16="http://schemas.microsoft.com/office/drawing/2014/main" id="{26169AEF-09A8-CA2F-06AF-405F7E66827A}"/>
              </a:ext>
            </a:extLst>
          </p:cNvPr>
          <p:cNvSpPr txBox="1"/>
          <p:nvPr/>
        </p:nvSpPr>
        <p:spPr>
          <a:xfrm>
            <a:off x="19639343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05C</a:t>
            </a:r>
            <a:endParaRPr lang="zh-TW" altLang="en-US" sz="2131" dirty="0"/>
          </a:p>
        </p:txBody>
      </p:sp>
      <p:sp>
        <p:nvSpPr>
          <p:cNvPr id="559" name="文字方塊 558">
            <a:extLst>
              <a:ext uri="{FF2B5EF4-FFF2-40B4-BE49-F238E27FC236}">
                <a16:creationId xmlns:a16="http://schemas.microsoft.com/office/drawing/2014/main" id="{D908BA90-37EC-3F6E-2583-5BCF905DDB5E}"/>
              </a:ext>
            </a:extLst>
          </p:cNvPr>
          <p:cNvSpPr txBox="1"/>
          <p:nvPr/>
        </p:nvSpPr>
        <p:spPr>
          <a:xfrm>
            <a:off x="20421275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06C</a:t>
            </a:r>
            <a:endParaRPr lang="zh-TW" altLang="en-US" sz="2131" dirty="0"/>
          </a:p>
        </p:txBody>
      </p:sp>
      <p:sp>
        <p:nvSpPr>
          <p:cNvPr id="560" name="文字方塊 559">
            <a:extLst>
              <a:ext uri="{FF2B5EF4-FFF2-40B4-BE49-F238E27FC236}">
                <a16:creationId xmlns:a16="http://schemas.microsoft.com/office/drawing/2014/main" id="{E09C6A7B-0853-9CAD-4339-4BFA818856FA}"/>
              </a:ext>
            </a:extLst>
          </p:cNvPr>
          <p:cNvSpPr txBox="1"/>
          <p:nvPr/>
        </p:nvSpPr>
        <p:spPr>
          <a:xfrm>
            <a:off x="8842669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02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DF28BFEC-DD64-FE38-7DC4-7CFD50D1B8B2}"/>
              </a:ext>
            </a:extLst>
          </p:cNvPr>
          <p:cNvGrpSpPr/>
          <p:nvPr/>
        </p:nvGrpSpPr>
        <p:grpSpPr>
          <a:xfrm>
            <a:off x="7966885" y="7200900"/>
            <a:ext cx="3608919" cy="1067418"/>
            <a:chOff x="304799" y="-51770"/>
            <a:chExt cx="3048002" cy="901515"/>
          </a:xfrm>
        </p:grpSpPr>
        <p:sp>
          <p:nvSpPr>
            <p:cNvPr id="562" name="矩形 561">
              <a:extLst>
                <a:ext uri="{FF2B5EF4-FFF2-40B4-BE49-F238E27FC236}">
                  <a16:creationId xmlns:a16="http://schemas.microsoft.com/office/drawing/2014/main" id="{8939AA79-DF49-0606-8830-6665578B4EFF}"/>
                </a:ext>
              </a:extLst>
            </p:cNvPr>
            <p:cNvSpPr/>
            <p:nvPr/>
          </p:nvSpPr>
          <p:spPr>
            <a:xfrm>
              <a:off x="304801" y="-51770"/>
              <a:ext cx="3048000" cy="9015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3" name="文字方塊 562">
              <a:extLst>
                <a:ext uri="{FF2B5EF4-FFF2-40B4-BE49-F238E27FC236}">
                  <a16:creationId xmlns:a16="http://schemas.microsoft.com/office/drawing/2014/main" id="{C382FD59-2DF3-E3BB-A67F-C8F18037E8FF}"/>
                </a:ext>
              </a:extLst>
            </p:cNvPr>
            <p:cNvSpPr txBox="1"/>
            <p:nvPr/>
          </p:nvSpPr>
          <p:spPr>
            <a:xfrm>
              <a:off x="304799" y="157021"/>
              <a:ext cx="30480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CONT1A_CH01</a:t>
              </a:r>
              <a:endParaRPr lang="zh-TW" altLang="en-US" sz="2131" dirty="0"/>
            </a:p>
          </p:txBody>
        </p:sp>
        <p:sp>
          <p:nvSpPr>
            <p:cNvPr id="564" name="文字方塊 563">
              <a:extLst>
                <a:ext uri="{FF2B5EF4-FFF2-40B4-BE49-F238E27FC236}">
                  <a16:creationId xmlns:a16="http://schemas.microsoft.com/office/drawing/2014/main" id="{84F00775-3C8C-ABDE-6F52-076150004C4A}"/>
                </a:ext>
              </a:extLst>
            </p:cNvPr>
            <p:cNvSpPr txBox="1"/>
            <p:nvPr/>
          </p:nvSpPr>
          <p:spPr>
            <a:xfrm>
              <a:off x="304799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1TC+</a:t>
              </a:r>
              <a:endParaRPr lang="zh-TW" altLang="en-US" sz="2131" dirty="0"/>
            </a:p>
          </p:txBody>
        </p:sp>
        <p:sp>
          <p:nvSpPr>
            <p:cNvPr id="565" name="文字方塊 564">
              <a:extLst>
                <a:ext uri="{FF2B5EF4-FFF2-40B4-BE49-F238E27FC236}">
                  <a16:creationId xmlns:a16="http://schemas.microsoft.com/office/drawing/2014/main" id="{82ECEDE2-CF1D-B2B4-0E01-2B52976F135F}"/>
                </a:ext>
              </a:extLst>
            </p:cNvPr>
            <p:cNvSpPr txBox="1"/>
            <p:nvPr/>
          </p:nvSpPr>
          <p:spPr>
            <a:xfrm>
              <a:off x="955964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1TC-</a:t>
              </a:r>
              <a:endParaRPr lang="zh-TW" altLang="en-US" sz="2131" dirty="0"/>
            </a:p>
          </p:txBody>
        </p:sp>
        <p:sp>
          <p:nvSpPr>
            <p:cNvPr id="566" name="文字方塊 565">
              <a:extLst>
                <a:ext uri="{FF2B5EF4-FFF2-40B4-BE49-F238E27FC236}">
                  <a16:creationId xmlns:a16="http://schemas.microsoft.com/office/drawing/2014/main" id="{A75EE9DD-BF9F-B00A-94F5-9A9A74913895}"/>
                </a:ext>
              </a:extLst>
            </p:cNvPr>
            <p:cNvSpPr txBox="1"/>
            <p:nvPr/>
          </p:nvSpPr>
          <p:spPr>
            <a:xfrm>
              <a:off x="1607129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1B+</a:t>
              </a:r>
              <a:endParaRPr lang="zh-TW" altLang="en-US" sz="2131" dirty="0"/>
            </a:p>
          </p:txBody>
        </p:sp>
        <p:sp>
          <p:nvSpPr>
            <p:cNvPr id="567" name="文字方塊 566">
              <a:extLst>
                <a:ext uri="{FF2B5EF4-FFF2-40B4-BE49-F238E27FC236}">
                  <a16:creationId xmlns:a16="http://schemas.microsoft.com/office/drawing/2014/main" id="{3C30D85D-811B-7F49-5140-E735DD0FA494}"/>
                </a:ext>
              </a:extLst>
            </p:cNvPr>
            <p:cNvSpPr txBox="1"/>
            <p:nvPr/>
          </p:nvSpPr>
          <p:spPr>
            <a:xfrm>
              <a:off x="2175165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1B-</a:t>
              </a:r>
              <a:endParaRPr lang="zh-TW" altLang="en-US" sz="2131" dirty="0"/>
            </a:p>
          </p:txBody>
        </p:sp>
        <p:sp>
          <p:nvSpPr>
            <p:cNvPr id="568" name="文字方塊 567">
              <a:extLst>
                <a:ext uri="{FF2B5EF4-FFF2-40B4-BE49-F238E27FC236}">
                  <a16:creationId xmlns:a16="http://schemas.microsoft.com/office/drawing/2014/main" id="{AFD76C26-8B59-67DB-FB7E-4DCC89598636}"/>
                </a:ext>
              </a:extLst>
            </p:cNvPr>
            <p:cNvSpPr txBox="1"/>
            <p:nvPr/>
          </p:nvSpPr>
          <p:spPr>
            <a:xfrm>
              <a:off x="2743200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1B+</a:t>
              </a:r>
              <a:endParaRPr lang="zh-TW" altLang="en-US" sz="2131" dirty="0"/>
            </a:p>
          </p:txBody>
        </p:sp>
      </p:grpSp>
      <p:grpSp>
        <p:nvGrpSpPr>
          <p:cNvPr id="569" name="群組 568">
            <a:extLst>
              <a:ext uri="{FF2B5EF4-FFF2-40B4-BE49-F238E27FC236}">
                <a16:creationId xmlns:a16="http://schemas.microsoft.com/office/drawing/2014/main" id="{7183D779-330E-9D32-57B5-5B8351F5E310}"/>
              </a:ext>
            </a:extLst>
          </p:cNvPr>
          <p:cNvGrpSpPr/>
          <p:nvPr/>
        </p:nvGrpSpPr>
        <p:grpSpPr>
          <a:xfrm>
            <a:off x="13702190" y="7227049"/>
            <a:ext cx="3608919" cy="1041268"/>
            <a:chOff x="4137890" y="-29684"/>
            <a:chExt cx="3048002" cy="879429"/>
          </a:xfrm>
        </p:grpSpPr>
        <p:sp>
          <p:nvSpPr>
            <p:cNvPr id="570" name="矩形 569">
              <a:extLst>
                <a:ext uri="{FF2B5EF4-FFF2-40B4-BE49-F238E27FC236}">
                  <a16:creationId xmlns:a16="http://schemas.microsoft.com/office/drawing/2014/main" id="{DCBF3118-02A4-B609-1B66-AD3D97E2EFF2}"/>
                </a:ext>
              </a:extLst>
            </p:cNvPr>
            <p:cNvSpPr/>
            <p:nvPr/>
          </p:nvSpPr>
          <p:spPr>
            <a:xfrm>
              <a:off x="4137892" y="-29684"/>
              <a:ext cx="3048000" cy="87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1" name="文字方塊 570">
              <a:extLst>
                <a:ext uri="{FF2B5EF4-FFF2-40B4-BE49-F238E27FC236}">
                  <a16:creationId xmlns:a16="http://schemas.microsoft.com/office/drawing/2014/main" id="{B2810E33-201A-4E81-54F0-DD4A887FF48E}"/>
                </a:ext>
              </a:extLst>
            </p:cNvPr>
            <p:cNvSpPr txBox="1"/>
            <p:nvPr/>
          </p:nvSpPr>
          <p:spPr>
            <a:xfrm>
              <a:off x="4137890" y="157021"/>
              <a:ext cx="30480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CONT2A _CH02</a:t>
              </a:r>
              <a:endParaRPr lang="zh-TW" altLang="en-US" sz="2131" dirty="0"/>
            </a:p>
          </p:txBody>
        </p:sp>
        <p:sp>
          <p:nvSpPr>
            <p:cNvPr id="572" name="文字方塊 571">
              <a:extLst>
                <a:ext uri="{FF2B5EF4-FFF2-40B4-BE49-F238E27FC236}">
                  <a16:creationId xmlns:a16="http://schemas.microsoft.com/office/drawing/2014/main" id="{E0CC764F-8C47-02F3-FAB9-2E1EE140CB92}"/>
                </a:ext>
              </a:extLst>
            </p:cNvPr>
            <p:cNvSpPr txBox="1"/>
            <p:nvPr/>
          </p:nvSpPr>
          <p:spPr>
            <a:xfrm>
              <a:off x="4137890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2TC+</a:t>
              </a:r>
              <a:endParaRPr lang="zh-TW" altLang="en-US" sz="2131" dirty="0"/>
            </a:p>
          </p:txBody>
        </p:sp>
        <p:sp>
          <p:nvSpPr>
            <p:cNvPr id="573" name="文字方塊 572">
              <a:extLst>
                <a:ext uri="{FF2B5EF4-FFF2-40B4-BE49-F238E27FC236}">
                  <a16:creationId xmlns:a16="http://schemas.microsoft.com/office/drawing/2014/main" id="{EC2DD28A-2AD7-2C38-482E-8F4A9B146788}"/>
                </a:ext>
              </a:extLst>
            </p:cNvPr>
            <p:cNvSpPr txBox="1"/>
            <p:nvPr/>
          </p:nvSpPr>
          <p:spPr>
            <a:xfrm>
              <a:off x="4789055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2TC-</a:t>
              </a:r>
              <a:endParaRPr lang="zh-TW" altLang="en-US" sz="2131" dirty="0"/>
            </a:p>
          </p:txBody>
        </p:sp>
        <p:sp>
          <p:nvSpPr>
            <p:cNvPr id="574" name="文字方塊 573">
              <a:extLst>
                <a:ext uri="{FF2B5EF4-FFF2-40B4-BE49-F238E27FC236}">
                  <a16:creationId xmlns:a16="http://schemas.microsoft.com/office/drawing/2014/main" id="{9A33BB40-FDD7-2DD6-50EA-7A7DC7D25000}"/>
                </a:ext>
              </a:extLst>
            </p:cNvPr>
            <p:cNvSpPr txBox="1"/>
            <p:nvPr/>
          </p:nvSpPr>
          <p:spPr>
            <a:xfrm>
              <a:off x="5440220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2B+</a:t>
              </a:r>
              <a:endParaRPr lang="zh-TW" altLang="en-US" sz="2131" dirty="0"/>
            </a:p>
          </p:txBody>
        </p:sp>
        <p:sp>
          <p:nvSpPr>
            <p:cNvPr id="575" name="文字方塊 574">
              <a:extLst>
                <a:ext uri="{FF2B5EF4-FFF2-40B4-BE49-F238E27FC236}">
                  <a16:creationId xmlns:a16="http://schemas.microsoft.com/office/drawing/2014/main" id="{A909EBDE-23FC-9FAA-C131-AABF49F3B613}"/>
                </a:ext>
              </a:extLst>
            </p:cNvPr>
            <p:cNvSpPr txBox="1"/>
            <p:nvPr/>
          </p:nvSpPr>
          <p:spPr>
            <a:xfrm>
              <a:off x="6008256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2B-</a:t>
              </a:r>
              <a:endParaRPr lang="zh-TW" altLang="en-US" sz="2131" dirty="0"/>
            </a:p>
          </p:txBody>
        </p:sp>
        <p:sp>
          <p:nvSpPr>
            <p:cNvPr id="576" name="文字方塊 575">
              <a:extLst>
                <a:ext uri="{FF2B5EF4-FFF2-40B4-BE49-F238E27FC236}">
                  <a16:creationId xmlns:a16="http://schemas.microsoft.com/office/drawing/2014/main" id="{ADF1079C-762B-951E-A535-3BE6498FCC3B}"/>
                </a:ext>
              </a:extLst>
            </p:cNvPr>
            <p:cNvSpPr txBox="1"/>
            <p:nvPr/>
          </p:nvSpPr>
          <p:spPr>
            <a:xfrm>
              <a:off x="6576291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2B+</a:t>
              </a:r>
              <a:endParaRPr lang="zh-TW" altLang="en-US" sz="2131" dirty="0"/>
            </a:p>
          </p:txBody>
        </p:sp>
      </p:grpSp>
      <p:grpSp>
        <p:nvGrpSpPr>
          <p:cNvPr id="577" name="群組 576">
            <a:extLst>
              <a:ext uri="{FF2B5EF4-FFF2-40B4-BE49-F238E27FC236}">
                <a16:creationId xmlns:a16="http://schemas.microsoft.com/office/drawing/2014/main" id="{95D20A30-D62C-FD1E-FFB7-BE154F9D6808}"/>
              </a:ext>
            </a:extLst>
          </p:cNvPr>
          <p:cNvGrpSpPr/>
          <p:nvPr/>
        </p:nvGrpSpPr>
        <p:grpSpPr>
          <a:xfrm>
            <a:off x="19437504" y="7227049"/>
            <a:ext cx="3608919" cy="1041268"/>
            <a:chOff x="7970979" y="-29684"/>
            <a:chExt cx="3048002" cy="879429"/>
          </a:xfrm>
        </p:grpSpPr>
        <p:sp>
          <p:nvSpPr>
            <p:cNvPr id="578" name="矩形 577">
              <a:extLst>
                <a:ext uri="{FF2B5EF4-FFF2-40B4-BE49-F238E27FC236}">
                  <a16:creationId xmlns:a16="http://schemas.microsoft.com/office/drawing/2014/main" id="{0C12F010-89CB-C5FB-C8C3-68A1BD27AF97}"/>
                </a:ext>
              </a:extLst>
            </p:cNvPr>
            <p:cNvSpPr/>
            <p:nvPr/>
          </p:nvSpPr>
          <p:spPr>
            <a:xfrm>
              <a:off x="7970981" y="-29684"/>
              <a:ext cx="3048000" cy="879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9" name="文字方塊 578">
              <a:extLst>
                <a:ext uri="{FF2B5EF4-FFF2-40B4-BE49-F238E27FC236}">
                  <a16:creationId xmlns:a16="http://schemas.microsoft.com/office/drawing/2014/main" id="{0E88911A-328B-CF5D-F7D2-2A6278404A34}"/>
                </a:ext>
              </a:extLst>
            </p:cNvPr>
            <p:cNvSpPr txBox="1"/>
            <p:nvPr/>
          </p:nvSpPr>
          <p:spPr>
            <a:xfrm>
              <a:off x="7970979" y="157021"/>
              <a:ext cx="30480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CONT3A _CH03</a:t>
              </a:r>
              <a:endParaRPr lang="zh-TW" altLang="en-US" sz="2131" dirty="0"/>
            </a:p>
          </p:txBody>
        </p:sp>
        <p:sp>
          <p:nvSpPr>
            <p:cNvPr id="580" name="文字方塊 579">
              <a:extLst>
                <a:ext uri="{FF2B5EF4-FFF2-40B4-BE49-F238E27FC236}">
                  <a16:creationId xmlns:a16="http://schemas.microsoft.com/office/drawing/2014/main" id="{9E7C74BC-354F-78F1-8DD1-25CAECF3A8DA}"/>
                </a:ext>
              </a:extLst>
            </p:cNvPr>
            <p:cNvSpPr txBox="1"/>
            <p:nvPr/>
          </p:nvSpPr>
          <p:spPr>
            <a:xfrm>
              <a:off x="7970979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3TC+</a:t>
              </a:r>
              <a:endParaRPr lang="zh-TW" altLang="en-US" sz="2131" dirty="0"/>
            </a:p>
          </p:txBody>
        </p:sp>
        <p:sp>
          <p:nvSpPr>
            <p:cNvPr id="581" name="文字方塊 580">
              <a:extLst>
                <a:ext uri="{FF2B5EF4-FFF2-40B4-BE49-F238E27FC236}">
                  <a16:creationId xmlns:a16="http://schemas.microsoft.com/office/drawing/2014/main" id="{C377032E-39AD-16B2-E3A5-8041166E076A}"/>
                </a:ext>
              </a:extLst>
            </p:cNvPr>
            <p:cNvSpPr txBox="1"/>
            <p:nvPr/>
          </p:nvSpPr>
          <p:spPr>
            <a:xfrm>
              <a:off x="8622144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3TC-</a:t>
              </a:r>
              <a:endParaRPr lang="zh-TW" altLang="en-US" sz="2131" dirty="0"/>
            </a:p>
          </p:txBody>
        </p:sp>
        <p:sp>
          <p:nvSpPr>
            <p:cNvPr id="582" name="文字方塊 581">
              <a:extLst>
                <a:ext uri="{FF2B5EF4-FFF2-40B4-BE49-F238E27FC236}">
                  <a16:creationId xmlns:a16="http://schemas.microsoft.com/office/drawing/2014/main" id="{D5C5B6DA-2B1A-3CE3-103A-4B3F0EE46656}"/>
                </a:ext>
              </a:extLst>
            </p:cNvPr>
            <p:cNvSpPr txBox="1"/>
            <p:nvPr/>
          </p:nvSpPr>
          <p:spPr>
            <a:xfrm>
              <a:off x="9273309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3B+</a:t>
              </a:r>
              <a:endParaRPr lang="zh-TW" altLang="en-US" sz="2131" dirty="0"/>
            </a:p>
          </p:txBody>
        </p:sp>
        <p:sp>
          <p:nvSpPr>
            <p:cNvPr id="583" name="文字方塊 582">
              <a:extLst>
                <a:ext uri="{FF2B5EF4-FFF2-40B4-BE49-F238E27FC236}">
                  <a16:creationId xmlns:a16="http://schemas.microsoft.com/office/drawing/2014/main" id="{4FAD1429-B29A-E2AF-AD00-922105D03B46}"/>
                </a:ext>
              </a:extLst>
            </p:cNvPr>
            <p:cNvSpPr txBox="1"/>
            <p:nvPr/>
          </p:nvSpPr>
          <p:spPr>
            <a:xfrm>
              <a:off x="9841345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3B-</a:t>
              </a:r>
              <a:endParaRPr lang="zh-TW" altLang="en-US" sz="2131" dirty="0"/>
            </a:p>
          </p:txBody>
        </p:sp>
        <p:sp>
          <p:nvSpPr>
            <p:cNvPr id="584" name="文字方塊 583">
              <a:extLst>
                <a:ext uri="{FF2B5EF4-FFF2-40B4-BE49-F238E27FC236}">
                  <a16:creationId xmlns:a16="http://schemas.microsoft.com/office/drawing/2014/main" id="{1A425B32-C0E6-B84E-C5C2-F94ADCC3EE85}"/>
                </a:ext>
              </a:extLst>
            </p:cNvPr>
            <p:cNvSpPr txBox="1"/>
            <p:nvPr/>
          </p:nvSpPr>
          <p:spPr>
            <a:xfrm>
              <a:off x="10409380" y="480413"/>
              <a:ext cx="609600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3B+</a:t>
              </a:r>
              <a:endParaRPr lang="zh-TW" altLang="en-US" sz="2131" dirty="0"/>
            </a:p>
          </p:txBody>
        </p:sp>
      </p:grpSp>
      <p:sp>
        <p:nvSpPr>
          <p:cNvPr id="585" name="文字方塊 584">
            <a:extLst>
              <a:ext uri="{FF2B5EF4-FFF2-40B4-BE49-F238E27FC236}">
                <a16:creationId xmlns:a16="http://schemas.microsoft.com/office/drawing/2014/main" id="{95317E4A-A06C-F05C-E1ED-C7B4283CAB0A}"/>
              </a:ext>
            </a:extLst>
          </p:cNvPr>
          <p:cNvSpPr txBox="1"/>
          <p:nvPr/>
        </p:nvSpPr>
        <p:spPr>
          <a:xfrm>
            <a:off x="8157423" y="8333932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01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586" name="文字方塊 585">
            <a:extLst>
              <a:ext uri="{FF2B5EF4-FFF2-40B4-BE49-F238E27FC236}">
                <a16:creationId xmlns:a16="http://schemas.microsoft.com/office/drawing/2014/main" id="{B3A1683A-6D72-6955-9D34-D29745A0B611}"/>
              </a:ext>
            </a:extLst>
          </p:cNvPr>
          <p:cNvSpPr txBox="1"/>
          <p:nvPr/>
        </p:nvSpPr>
        <p:spPr>
          <a:xfrm>
            <a:off x="8842669" y="8333932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02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587" name="文字方塊 586">
            <a:extLst>
              <a:ext uri="{FF2B5EF4-FFF2-40B4-BE49-F238E27FC236}">
                <a16:creationId xmlns:a16="http://schemas.microsoft.com/office/drawing/2014/main" id="{99D5B50D-0AA1-4FED-9EDD-974E407799AE}"/>
              </a:ext>
            </a:extLst>
          </p:cNvPr>
          <p:cNvSpPr txBox="1"/>
          <p:nvPr/>
        </p:nvSpPr>
        <p:spPr>
          <a:xfrm>
            <a:off x="13850040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03A</a:t>
            </a:r>
            <a:endParaRPr lang="zh-TW" altLang="en-US" sz="2131" dirty="0"/>
          </a:p>
        </p:txBody>
      </p:sp>
      <p:sp>
        <p:nvSpPr>
          <p:cNvPr id="588" name="文字方塊 587">
            <a:extLst>
              <a:ext uri="{FF2B5EF4-FFF2-40B4-BE49-F238E27FC236}">
                <a16:creationId xmlns:a16="http://schemas.microsoft.com/office/drawing/2014/main" id="{527DC667-EC7A-6F7D-A5A6-B08A3B0CB75E}"/>
              </a:ext>
            </a:extLst>
          </p:cNvPr>
          <p:cNvSpPr txBox="1"/>
          <p:nvPr/>
        </p:nvSpPr>
        <p:spPr>
          <a:xfrm>
            <a:off x="14631972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04A</a:t>
            </a:r>
            <a:endParaRPr lang="zh-TW" altLang="en-US" sz="2131" dirty="0"/>
          </a:p>
        </p:txBody>
      </p:sp>
      <p:sp>
        <p:nvSpPr>
          <p:cNvPr id="589" name="文字方塊 588">
            <a:extLst>
              <a:ext uri="{FF2B5EF4-FFF2-40B4-BE49-F238E27FC236}">
                <a16:creationId xmlns:a16="http://schemas.microsoft.com/office/drawing/2014/main" id="{02E5C5E5-297F-7124-4363-605CADC1EDC4}"/>
              </a:ext>
            </a:extLst>
          </p:cNvPr>
          <p:cNvSpPr txBox="1"/>
          <p:nvPr/>
        </p:nvSpPr>
        <p:spPr>
          <a:xfrm>
            <a:off x="19639343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05A</a:t>
            </a:r>
            <a:endParaRPr lang="zh-TW" altLang="en-US" sz="2131" dirty="0"/>
          </a:p>
        </p:txBody>
      </p:sp>
      <p:sp>
        <p:nvSpPr>
          <p:cNvPr id="590" name="文字方塊 589">
            <a:extLst>
              <a:ext uri="{FF2B5EF4-FFF2-40B4-BE49-F238E27FC236}">
                <a16:creationId xmlns:a16="http://schemas.microsoft.com/office/drawing/2014/main" id="{14016917-19C0-447F-966C-7F81E4BEBF5B}"/>
              </a:ext>
            </a:extLst>
          </p:cNvPr>
          <p:cNvSpPr txBox="1"/>
          <p:nvPr/>
        </p:nvSpPr>
        <p:spPr>
          <a:xfrm>
            <a:off x="20421275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06A</a:t>
            </a:r>
            <a:endParaRPr lang="zh-TW" altLang="en-US" sz="2131" dirty="0"/>
          </a:p>
        </p:txBody>
      </p:sp>
      <p:sp>
        <p:nvSpPr>
          <p:cNvPr id="591" name="文字方塊 590">
            <a:extLst>
              <a:ext uri="{FF2B5EF4-FFF2-40B4-BE49-F238E27FC236}">
                <a16:creationId xmlns:a16="http://schemas.microsoft.com/office/drawing/2014/main" id="{73D16130-E4B6-38F3-898D-53898BD56668}"/>
              </a:ext>
            </a:extLst>
          </p:cNvPr>
          <p:cNvSpPr txBox="1"/>
          <p:nvPr/>
        </p:nvSpPr>
        <p:spPr>
          <a:xfrm>
            <a:off x="11931436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09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2" name="文字方塊 591">
            <a:extLst>
              <a:ext uri="{FF2B5EF4-FFF2-40B4-BE49-F238E27FC236}">
                <a16:creationId xmlns:a16="http://schemas.microsoft.com/office/drawing/2014/main" id="{3D25F48B-03D1-7EE2-BA65-B17266047190}"/>
              </a:ext>
            </a:extLst>
          </p:cNvPr>
          <p:cNvSpPr txBox="1"/>
          <p:nvPr/>
        </p:nvSpPr>
        <p:spPr>
          <a:xfrm>
            <a:off x="12672667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10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3" name="文字方塊 592">
            <a:extLst>
              <a:ext uri="{FF2B5EF4-FFF2-40B4-BE49-F238E27FC236}">
                <a16:creationId xmlns:a16="http://schemas.microsoft.com/office/drawing/2014/main" id="{1D81B033-FAF1-2D5D-796B-4393E9E8DE48}"/>
              </a:ext>
            </a:extLst>
          </p:cNvPr>
          <p:cNvSpPr txBox="1"/>
          <p:nvPr/>
        </p:nvSpPr>
        <p:spPr>
          <a:xfrm>
            <a:off x="17680038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4" name="文字方塊 593">
            <a:extLst>
              <a:ext uri="{FF2B5EF4-FFF2-40B4-BE49-F238E27FC236}">
                <a16:creationId xmlns:a16="http://schemas.microsoft.com/office/drawing/2014/main" id="{DD0B0100-4529-578E-9216-71738EFFFA14}"/>
              </a:ext>
            </a:extLst>
          </p:cNvPr>
          <p:cNvSpPr txBox="1"/>
          <p:nvPr/>
        </p:nvSpPr>
        <p:spPr>
          <a:xfrm>
            <a:off x="18421269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12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5" name="文字方塊 594">
            <a:extLst>
              <a:ext uri="{FF2B5EF4-FFF2-40B4-BE49-F238E27FC236}">
                <a16:creationId xmlns:a16="http://schemas.microsoft.com/office/drawing/2014/main" id="{BCA0CB23-0959-BD26-9F62-5361A323147A}"/>
              </a:ext>
            </a:extLst>
          </p:cNvPr>
          <p:cNvSpPr txBox="1"/>
          <p:nvPr/>
        </p:nvSpPr>
        <p:spPr>
          <a:xfrm>
            <a:off x="23379851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13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6" name="文字方塊 595">
            <a:extLst>
              <a:ext uri="{FF2B5EF4-FFF2-40B4-BE49-F238E27FC236}">
                <a16:creationId xmlns:a16="http://schemas.microsoft.com/office/drawing/2014/main" id="{BB4B4BDB-BE7F-1622-A1DF-C4FBBE6A7D28}"/>
              </a:ext>
            </a:extLst>
          </p:cNvPr>
          <p:cNvSpPr txBox="1"/>
          <p:nvPr/>
        </p:nvSpPr>
        <p:spPr>
          <a:xfrm>
            <a:off x="24180025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14</a:t>
            </a:r>
          </a:p>
          <a:p>
            <a:pPr algn="ctr"/>
            <a:r>
              <a:rPr lang="en-US" altLang="zh-TW" sz="2131" dirty="0"/>
              <a:t>C</a:t>
            </a:r>
            <a:endParaRPr lang="zh-TW" altLang="en-US" sz="2131" dirty="0"/>
          </a:p>
        </p:txBody>
      </p:sp>
      <p:sp>
        <p:nvSpPr>
          <p:cNvPr id="597" name="文字方塊 596">
            <a:extLst>
              <a:ext uri="{FF2B5EF4-FFF2-40B4-BE49-F238E27FC236}">
                <a16:creationId xmlns:a16="http://schemas.microsoft.com/office/drawing/2014/main" id="{0260C1B4-351A-C040-38BC-D643FFD94A7C}"/>
              </a:ext>
            </a:extLst>
          </p:cNvPr>
          <p:cNvSpPr txBox="1"/>
          <p:nvPr/>
        </p:nvSpPr>
        <p:spPr>
          <a:xfrm>
            <a:off x="9643087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09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598" name="文字方塊 597">
            <a:extLst>
              <a:ext uri="{FF2B5EF4-FFF2-40B4-BE49-F238E27FC236}">
                <a16:creationId xmlns:a16="http://schemas.microsoft.com/office/drawing/2014/main" id="{8CBEF710-AA2D-C453-0239-7FA74CE5AFB3}"/>
              </a:ext>
            </a:extLst>
          </p:cNvPr>
          <p:cNvSpPr txBox="1"/>
          <p:nvPr/>
        </p:nvSpPr>
        <p:spPr>
          <a:xfrm>
            <a:off x="10384318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10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599" name="文字方塊 598">
            <a:extLst>
              <a:ext uri="{FF2B5EF4-FFF2-40B4-BE49-F238E27FC236}">
                <a16:creationId xmlns:a16="http://schemas.microsoft.com/office/drawing/2014/main" id="{7ED00252-219A-6961-D63C-2ECDB758FD1E}"/>
              </a:ext>
            </a:extLst>
          </p:cNvPr>
          <p:cNvSpPr txBox="1"/>
          <p:nvPr/>
        </p:nvSpPr>
        <p:spPr>
          <a:xfrm>
            <a:off x="11022133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09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0" name="文字方塊 599">
            <a:extLst>
              <a:ext uri="{FF2B5EF4-FFF2-40B4-BE49-F238E27FC236}">
                <a16:creationId xmlns:a16="http://schemas.microsoft.com/office/drawing/2014/main" id="{2D5551D4-62B4-A3FD-6F28-5A2401E125A5}"/>
              </a:ext>
            </a:extLst>
          </p:cNvPr>
          <p:cNvSpPr txBox="1"/>
          <p:nvPr/>
        </p:nvSpPr>
        <p:spPr>
          <a:xfrm>
            <a:off x="15371438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1" name="文字方塊 600">
            <a:extLst>
              <a:ext uri="{FF2B5EF4-FFF2-40B4-BE49-F238E27FC236}">
                <a16:creationId xmlns:a16="http://schemas.microsoft.com/office/drawing/2014/main" id="{EDBE992F-A35E-00B7-B2C0-A3A8764C83C4}"/>
              </a:ext>
            </a:extLst>
          </p:cNvPr>
          <p:cNvSpPr txBox="1"/>
          <p:nvPr/>
        </p:nvSpPr>
        <p:spPr>
          <a:xfrm>
            <a:off x="16112669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12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2" name="文字方塊 601">
            <a:extLst>
              <a:ext uri="{FF2B5EF4-FFF2-40B4-BE49-F238E27FC236}">
                <a16:creationId xmlns:a16="http://schemas.microsoft.com/office/drawing/2014/main" id="{6AA8B9FD-ABCF-4CA4-9DBA-44676FF37F10}"/>
              </a:ext>
            </a:extLst>
          </p:cNvPr>
          <p:cNvSpPr txBox="1"/>
          <p:nvPr/>
        </p:nvSpPr>
        <p:spPr>
          <a:xfrm>
            <a:off x="16750484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3" name="文字方塊 602">
            <a:extLst>
              <a:ext uri="{FF2B5EF4-FFF2-40B4-BE49-F238E27FC236}">
                <a16:creationId xmlns:a16="http://schemas.microsoft.com/office/drawing/2014/main" id="{DE8E7FE4-0F3F-82BF-422C-74F5BCF7A16E}"/>
              </a:ext>
            </a:extLst>
          </p:cNvPr>
          <p:cNvSpPr txBox="1"/>
          <p:nvPr/>
        </p:nvSpPr>
        <p:spPr>
          <a:xfrm>
            <a:off x="21118709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13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4" name="文字方塊 603">
            <a:extLst>
              <a:ext uri="{FF2B5EF4-FFF2-40B4-BE49-F238E27FC236}">
                <a16:creationId xmlns:a16="http://schemas.microsoft.com/office/drawing/2014/main" id="{69C80A3B-250A-63F7-ECBF-8DAAF20C24C6}"/>
              </a:ext>
            </a:extLst>
          </p:cNvPr>
          <p:cNvSpPr txBox="1"/>
          <p:nvPr/>
        </p:nvSpPr>
        <p:spPr>
          <a:xfrm>
            <a:off x="21859940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14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5" name="文字方塊 604">
            <a:extLst>
              <a:ext uri="{FF2B5EF4-FFF2-40B4-BE49-F238E27FC236}">
                <a16:creationId xmlns:a16="http://schemas.microsoft.com/office/drawing/2014/main" id="{327E11EE-8440-A56A-CE1D-EAD5F0580314}"/>
              </a:ext>
            </a:extLst>
          </p:cNvPr>
          <p:cNvSpPr txBox="1"/>
          <p:nvPr/>
        </p:nvSpPr>
        <p:spPr>
          <a:xfrm>
            <a:off x="22497755" y="1615615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13</a:t>
            </a:r>
          </a:p>
          <a:p>
            <a:pPr algn="ctr"/>
            <a:r>
              <a:rPr lang="en-US" altLang="zh-TW" sz="2131" dirty="0"/>
              <a:t>B</a:t>
            </a:r>
            <a:endParaRPr lang="zh-TW" altLang="en-US" sz="2131" dirty="0"/>
          </a:p>
        </p:txBody>
      </p:sp>
      <p:sp>
        <p:nvSpPr>
          <p:cNvPr id="606" name="文字方塊 605">
            <a:extLst>
              <a:ext uri="{FF2B5EF4-FFF2-40B4-BE49-F238E27FC236}">
                <a16:creationId xmlns:a16="http://schemas.microsoft.com/office/drawing/2014/main" id="{4CA99668-C6A8-48EE-CDC1-C78433114535}"/>
              </a:ext>
            </a:extLst>
          </p:cNvPr>
          <p:cNvSpPr txBox="1"/>
          <p:nvPr/>
        </p:nvSpPr>
        <p:spPr>
          <a:xfrm>
            <a:off x="9643087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09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07" name="文字方塊 606">
            <a:extLst>
              <a:ext uri="{FF2B5EF4-FFF2-40B4-BE49-F238E27FC236}">
                <a16:creationId xmlns:a16="http://schemas.microsoft.com/office/drawing/2014/main" id="{6BC40D04-3C90-9987-0C41-A5DA6F2AB443}"/>
              </a:ext>
            </a:extLst>
          </p:cNvPr>
          <p:cNvSpPr txBox="1"/>
          <p:nvPr/>
        </p:nvSpPr>
        <p:spPr>
          <a:xfrm>
            <a:off x="10384318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10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08" name="文字方塊 607">
            <a:extLst>
              <a:ext uri="{FF2B5EF4-FFF2-40B4-BE49-F238E27FC236}">
                <a16:creationId xmlns:a16="http://schemas.microsoft.com/office/drawing/2014/main" id="{3D094C85-F18B-C8EC-915F-91CF9B2F3EBD}"/>
              </a:ext>
            </a:extLst>
          </p:cNvPr>
          <p:cNvSpPr txBox="1"/>
          <p:nvPr/>
        </p:nvSpPr>
        <p:spPr>
          <a:xfrm>
            <a:off x="11022133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09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09" name="文字方塊 608">
            <a:extLst>
              <a:ext uri="{FF2B5EF4-FFF2-40B4-BE49-F238E27FC236}">
                <a16:creationId xmlns:a16="http://schemas.microsoft.com/office/drawing/2014/main" id="{41B13439-64C0-E3E3-167D-6301B7C72EA0}"/>
              </a:ext>
            </a:extLst>
          </p:cNvPr>
          <p:cNvSpPr txBox="1"/>
          <p:nvPr/>
        </p:nvSpPr>
        <p:spPr>
          <a:xfrm>
            <a:off x="15371438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0" name="文字方塊 609">
            <a:extLst>
              <a:ext uri="{FF2B5EF4-FFF2-40B4-BE49-F238E27FC236}">
                <a16:creationId xmlns:a16="http://schemas.microsoft.com/office/drawing/2014/main" id="{E1453D90-91B6-C6F0-6204-0E55EDE98463}"/>
              </a:ext>
            </a:extLst>
          </p:cNvPr>
          <p:cNvSpPr txBox="1"/>
          <p:nvPr/>
        </p:nvSpPr>
        <p:spPr>
          <a:xfrm>
            <a:off x="16112669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12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1" name="文字方塊 610">
            <a:extLst>
              <a:ext uri="{FF2B5EF4-FFF2-40B4-BE49-F238E27FC236}">
                <a16:creationId xmlns:a16="http://schemas.microsoft.com/office/drawing/2014/main" id="{ECA9BA27-1004-82B7-C1F0-CAFDC7C33917}"/>
              </a:ext>
            </a:extLst>
          </p:cNvPr>
          <p:cNvSpPr txBox="1"/>
          <p:nvPr/>
        </p:nvSpPr>
        <p:spPr>
          <a:xfrm>
            <a:off x="16750484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2" name="文字方塊 611">
            <a:extLst>
              <a:ext uri="{FF2B5EF4-FFF2-40B4-BE49-F238E27FC236}">
                <a16:creationId xmlns:a16="http://schemas.microsoft.com/office/drawing/2014/main" id="{8BC41F92-C0A1-F106-66A1-469C2EFC8762}"/>
              </a:ext>
            </a:extLst>
          </p:cNvPr>
          <p:cNvSpPr txBox="1"/>
          <p:nvPr/>
        </p:nvSpPr>
        <p:spPr>
          <a:xfrm>
            <a:off x="21118709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13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3" name="文字方塊 612">
            <a:extLst>
              <a:ext uri="{FF2B5EF4-FFF2-40B4-BE49-F238E27FC236}">
                <a16:creationId xmlns:a16="http://schemas.microsoft.com/office/drawing/2014/main" id="{DEB6F0BC-8636-59FA-4643-BAD39D68002A}"/>
              </a:ext>
            </a:extLst>
          </p:cNvPr>
          <p:cNvSpPr txBox="1"/>
          <p:nvPr/>
        </p:nvSpPr>
        <p:spPr>
          <a:xfrm>
            <a:off x="21859940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14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4" name="文字方塊 613">
            <a:extLst>
              <a:ext uri="{FF2B5EF4-FFF2-40B4-BE49-F238E27FC236}">
                <a16:creationId xmlns:a16="http://schemas.microsoft.com/office/drawing/2014/main" id="{9C814DFE-DFA8-75F7-3525-4C2957DD7BA6}"/>
              </a:ext>
            </a:extLst>
          </p:cNvPr>
          <p:cNvSpPr txBox="1"/>
          <p:nvPr/>
        </p:nvSpPr>
        <p:spPr>
          <a:xfrm>
            <a:off x="22497755" y="8333931"/>
            <a:ext cx="393701" cy="107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13</a:t>
            </a:r>
          </a:p>
          <a:p>
            <a:pPr algn="ctr"/>
            <a:r>
              <a:rPr lang="en-US" altLang="zh-TW" sz="2131" dirty="0"/>
              <a:t>A</a:t>
            </a:r>
            <a:endParaRPr lang="zh-TW" altLang="en-US" sz="2131" dirty="0"/>
          </a:p>
        </p:txBody>
      </p:sp>
      <p:sp>
        <p:nvSpPr>
          <p:cNvPr id="615" name="文字方塊 614">
            <a:extLst>
              <a:ext uri="{FF2B5EF4-FFF2-40B4-BE49-F238E27FC236}">
                <a16:creationId xmlns:a16="http://schemas.microsoft.com/office/drawing/2014/main" id="{E715885E-4480-3E0A-4DA9-A7FAADD77595}"/>
              </a:ext>
            </a:extLst>
          </p:cNvPr>
          <p:cNvSpPr txBox="1"/>
          <p:nvPr/>
        </p:nvSpPr>
        <p:spPr>
          <a:xfrm>
            <a:off x="7578139" y="5863795"/>
            <a:ext cx="639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8</a:t>
            </a:r>
            <a:r>
              <a:rPr lang="zh-TW" altLang="en-US" dirty="0"/>
              <a:t>路繼電器</a:t>
            </a:r>
            <a:endParaRPr lang="en-US" altLang="zh-TW" dirty="0"/>
          </a:p>
          <a:p>
            <a:pPr algn="ctr"/>
            <a:r>
              <a:rPr lang="en-US" altLang="zh-TW" dirty="0"/>
              <a:t>C-A</a:t>
            </a:r>
            <a:r>
              <a:rPr lang="zh-TW" altLang="en-US" dirty="0"/>
              <a:t>接通</a:t>
            </a:r>
            <a:r>
              <a:rPr lang="en-US" altLang="zh-TW" dirty="0"/>
              <a:t>:</a:t>
            </a:r>
            <a:r>
              <a:rPr lang="zh-TW" altLang="en-US" dirty="0"/>
              <a:t> 將感測器訊號傳至溫控器 </a:t>
            </a:r>
            <a:r>
              <a:rPr lang="en-US" altLang="zh-TW" dirty="0"/>
              <a:t>(</a:t>
            </a:r>
            <a:r>
              <a:rPr lang="zh-TW" altLang="en-US" dirty="0"/>
              <a:t>手動驅動繼電器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16" name="文字方塊 615">
            <a:extLst>
              <a:ext uri="{FF2B5EF4-FFF2-40B4-BE49-F238E27FC236}">
                <a16:creationId xmlns:a16="http://schemas.microsoft.com/office/drawing/2014/main" id="{BB4B8549-7F58-0294-22ED-6139A3A9AA52}"/>
              </a:ext>
            </a:extLst>
          </p:cNvPr>
          <p:cNvSpPr txBox="1"/>
          <p:nvPr/>
        </p:nvSpPr>
        <p:spPr>
          <a:xfrm>
            <a:off x="18744920" y="5863794"/>
            <a:ext cx="623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8</a:t>
            </a:r>
            <a:r>
              <a:rPr lang="zh-TW" altLang="en-US" dirty="0"/>
              <a:t>路繼電器</a:t>
            </a:r>
            <a:endParaRPr lang="en-US" altLang="zh-TW" dirty="0"/>
          </a:p>
          <a:p>
            <a:pPr algn="ctr"/>
            <a:r>
              <a:rPr lang="en-US" altLang="zh-TW" dirty="0"/>
              <a:t>C-A</a:t>
            </a:r>
            <a:r>
              <a:rPr lang="zh-TW" altLang="en-US" dirty="0"/>
              <a:t>接通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IDLE</a:t>
            </a:r>
            <a:r>
              <a:rPr lang="zh-TW" altLang="en-US" dirty="0"/>
              <a:t> 模式，</a:t>
            </a:r>
            <a:r>
              <a:rPr lang="en-US" altLang="zh-TW" dirty="0"/>
              <a:t>C-B</a:t>
            </a:r>
            <a:r>
              <a:rPr lang="zh-TW" altLang="en-US" dirty="0"/>
              <a:t>接通</a:t>
            </a:r>
            <a:r>
              <a:rPr lang="en-US" altLang="zh-TW" dirty="0"/>
              <a:t>:</a:t>
            </a:r>
            <a:r>
              <a:rPr lang="zh-TW" altLang="en-US" dirty="0"/>
              <a:t> 原始模式 </a:t>
            </a:r>
            <a:r>
              <a:rPr lang="en-US" altLang="zh-TW" dirty="0"/>
              <a:t>(</a:t>
            </a:r>
            <a:r>
              <a:rPr lang="zh-TW" altLang="en-US" dirty="0"/>
              <a:t>樹莓派驅動繼電器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617" name="群組 616">
            <a:extLst>
              <a:ext uri="{FF2B5EF4-FFF2-40B4-BE49-F238E27FC236}">
                <a16:creationId xmlns:a16="http://schemas.microsoft.com/office/drawing/2014/main" id="{9523D9C7-02EC-5EE5-D8FC-D57D1F8712E1}"/>
              </a:ext>
            </a:extLst>
          </p:cNvPr>
          <p:cNvGrpSpPr/>
          <p:nvPr/>
        </p:nvGrpSpPr>
        <p:grpSpPr>
          <a:xfrm>
            <a:off x="5234226" y="679297"/>
            <a:ext cx="1591208" cy="820204"/>
            <a:chOff x="7970979" y="157021"/>
            <a:chExt cx="1343894" cy="692724"/>
          </a:xfrm>
        </p:grpSpPr>
        <p:sp>
          <p:nvSpPr>
            <p:cNvPr id="618" name="矩形 617">
              <a:extLst>
                <a:ext uri="{FF2B5EF4-FFF2-40B4-BE49-F238E27FC236}">
                  <a16:creationId xmlns:a16="http://schemas.microsoft.com/office/drawing/2014/main" id="{DDA27A84-B796-2104-07F5-F13BF3BA2577}"/>
                </a:ext>
              </a:extLst>
            </p:cNvPr>
            <p:cNvSpPr/>
            <p:nvPr/>
          </p:nvSpPr>
          <p:spPr>
            <a:xfrm>
              <a:off x="7970981" y="212437"/>
              <a:ext cx="1343892" cy="6373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9" name="文字方塊 618">
              <a:extLst>
                <a:ext uri="{FF2B5EF4-FFF2-40B4-BE49-F238E27FC236}">
                  <a16:creationId xmlns:a16="http://schemas.microsoft.com/office/drawing/2014/main" id="{24932862-39EE-986E-FC1B-DB20A5B0809E}"/>
                </a:ext>
              </a:extLst>
            </p:cNvPr>
            <p:cNvSpPr txBox="1"/>
            <p:nvPr/>
          </p:nvSpPr>
          <p:spPr>
            <a:xfrm>
              <a:off x="7970979" y="157021"/>
              <a:ext cx="1343894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110V</a:t>
              </a:r>
              <a:endParaRPr lang="zh-TW" altLang="en-US" sz="2131" dirty="0"/>
            </a:p>
          </p:txBody>
        </p:sp>
        <p:sp>
          <p:nvSpPr>
            <p:cNvPr id="620" name="文字方塊 619">
              <a:extLst>
                <a:ext uri="{FF2B5EF4-FFF2-40B4-BE49-F238E27FC236}">
                  <a16:creationId xmlns:a16="http://schemas.microsoft.com/office/drawing/2014/main" id="{A91FBA50-48D9-10D2-5E64-FAF352857E2A}"/>
                </a:ext>
              </a:extLst>
            </p:cNvPr>
            <p:cNvSpPr txBox="1"/>
            <p:nvPr/>
          </p:nvSpPr>
          <p:spPr>
            <a:xfrm>
              <a:off x="7970979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+</a:t>
              </a:r>
              <a:endParaRPr lang="zh-TW" altLang="en-US" sz="2131" dirty="0"/>
            </a:p>
          </p:txBody>
        </p:sp>
        <p:sp>
          <p:nvSpPr>
            <p:cNvPr id="621" name="文字方塊 620">
              <a:extLst>
                <a:ext uri="{FF2B5EF4-FFF2-40B4-BE49-F238E27FC236}">
                  <a16:creationId xmlns:a16="http://schemas.microsoft.com/office/drawing/2014/main" id="{2EEE631E-EB3A-8ECC-966F-08068AFD34F1}"/>
                </a:ext>
              </a:extLst>
            </p:cNvPr>
            <p:cNvSpPr txBox="1"/>
            <p:nvPr/>
          </p:nvSpPr>
          <p:spPr>
            <a:xfrm>
              <a:off x="8622144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-</a:t>
              </a:r>
              <a:endParaRPr lang="zh-TW" altLang="en-US" sz="2131" dirty="0"/>
            </a:p>
          </p:txBody>
        </p:sp>
      </p:grpSp>
      <p:grpSp>
        <p:nvGrpSpPr>
          <p:cNvPr id="622" name="群組 621">
            <a:extLst>
              <a:ext uri="{FF2B5EF4-FFF2-40B4-BE49-F238E27FC236}">
                <a16:creationId xmlns:a16="http://schemas.microsoft.com/office/drawing/2014/main" id="{AF597840-E3DB-C0A1-E3F8-926114D5E85A}"/>
              </a:ext>
            </a:extLst>
          </p:cNvPr>
          <p:cNvGrpSpPr/>
          <p:nvPr/>
        </p:nvGrpSpPr>
        <p:grpSpPr>
          <a:xfrm>
            <a:off x="5234226" y="2153647"/>
            <a:ext cx="1591208" cy="820204"/>
            <a:chOff x="7970979" y="157021"/>
            <a:chExt cx="1343894" cy="692724"/>
          </a:xfrm>
        </p:grpSpPr>
        <p:sp>
          <p:nvSpPr>
            <p:cNvPr id="623" name="矩形 622">
              <a:extLst>
                <a:ext uri="{FF2B5EF4-FFF2-40B4-BE49-F238E27FC236}">
                  <a16:creationId xmlns:a16="http://schemas.microsoft.com/office/drawing/2014/main" id="{1C79C768-2841-473C-D200-749D8112EE0D}"/>
                </a:ext>
              </a:extLst>
            </p:cNvPr>
            <p:cNvSpPr/>
            <p:nvPr/>
          </p:nvSpPr>
          <p:spPr>
            <a:xfrm>
              <a:off x="7970981" y="212437"/>
              <a:ext cx="1343892" cy="6373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3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4" name="文字方塊 623">
              <a:extLst>
                <a:ext uri="{FF2B5EF4-FFF2-40B4-BE49-F238E27FC236}">
                  <a16:creationId xmlns:a16="http://schemas.microsoft.com/office/drawing/2014/main" id="{A620E369-D213-3622-2183-DBB002966AC3}"/>
                </a:ext>
              </a:extLst>
            </p:cNvPr>
            <p:cNvSpPr txBox="1"/>
            <p:nvPr/>
          </p:nvSpPr>
          <p:spPr>
            <a:xfrm>
              <a:off x="7970979" y="157021"/>
              <a:ext cx="1343894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NFB</a:t>
              </a:r>
              <a:endParaRPr lang="zh-TW" altLang="en-US" sz="2131" dirty="0"/>
            </a:p>
          </p:txBody>
        </p:sp>
        <p:sp>
          <p:nvSpPr>
            <p:cNvPr id="625" name="文字方塊 624">
              <a:extLst>
                <a:ext uri="{FF2B5EF4-FFF2-40B4-BE49-F238E27FC236}">
                  <a16:creationId xmlns:a16="http://schemas.microsoft.com/office/drawing/2014/main" id="{34DCDD71-E1A8-1303-B563-6958ADE259FC}"/>
                </a:ext>
              </a:extLst>
            </p:cNvPr>
            <p:cNvSpPr txBox="1"/>
            <p:nvPr/>
          </p:nvSpPr>
          <p:spPr>
            <a:xfrm>
              <a:off x="7970979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110+</a:t>
              </a:r>
              <a:endParaRPr lang="zh-TW" altLang="en-US" sz="2131" dirty="0"/>
            </a:p>
          </p:txBody>
        </p:sp>
        <p:sp>
          <p:nvSpPr>
            <p:cNvPr id="626" name="文字方塊 625">
              <a:extLst>
                <a:ext uri="{FF2B5EF4-FFF2-40B4-BE49-F238E27FC236}">
                  <a16:creationId xmlns:a16="http://schemas.microsoft.com/office/drawing/2014/main" id="{B7534F0F-CAFF-D08B-D8BA-207F46564855}"/>
                </a:ext>
              </a:extLst>
            </p:cNvPr>
            <p:cNvSpPr txBox="1"/>
            <p:nvPr/>
          </p:nvSpPr>
          <p:spPr>
            <a:xfrm>
              <a:off x="8622144" y="480413"/>
              <a:ext cx="692729" cy="354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131" dirty="0"/>
                <a:t>110-</a:t>
              </a:r>
              <a:endParaRPr lang="zh-TW" altLang="en-US" sz="2131" dirty="0"/>
            </a:p>
          </p:txBody>
        </p:sp>
      </p:grpSp>
      <p:cxnSp>
        <p:nvCxnSpPr>
          <p:cNvPr id="627" name="直線接點 626">
            <a:extLst>
              <a:ext uri="{FF2B5EF4-FFF2-40B4-BE49-F238E27FC236}">
                <a16:creationId xmlns:a16="http://schemas.microsoft.com/office/drawing/2014/main" id="{4A18E7C0-FEBA-4FF0-DE23-09405ADB88FB}"/>
              </a:ext>
            </a:extLst>
          </p:cNvPr>
          <p:cNvCxnSpPr>
            <a:stCxn id="620" idx="2"/>
            <a:endCxn id="625" idx="0"/>
          </p:cNvCxnSpPr>
          <p:nvPr/>
        </p:nvCxnSpPr>
        <p:spPr>
          <a:xfrm>
            <a:off x="5644331" y="1482445"/>
            <a:ext cx="0" cy="1054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直線接點 627">
            <a:extLst>
              <a:ext uri="{FF2B5EF4-FFF2-40B4-BE49-F238E27FC236}">
                <a16:creationId xmlns:a16="http://schemas.microsoft.com/office/drawing/2014/main" id="{D5696655-9DD3-1DAC-876A-C94C38F38805}"/>
              </a:ext>
            </a:extLst>
          </p:cNvPr>
          <p:cNvCxnSpPr>
            <a:cxnSpLocks/>
            <a:stCxn id="621" idx="2"/>
            <a:endCxn id="626" idx="0"/>
          </p:cNvCxnSpPr>
          <p:nvPr/>
        </p:nvCxnSpPr>
        <p:spPr>
          <a:xfrm>
            <a:off x="6415329" y="1482445"/>
            <a:ext cx="0" cy="1054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矩形 629">
            <a:extLst>
              <a:ext uri="{FF2B5EF4-FFF2-40B4-BE49-F238E27FC236}">
                <a16:creationId xmlns:a16="http://schemas.microsoft.com/office/drawing/2014/main" id="{44C97822-9513-1280-1302-DF0C5A1A0CD7}"/>
              </a:ext>
            </a:extLst>
          </p:cNvPr>
          <p:cNvSpPr/>
          <p:nvPr/>
        </p:nvSpPr>
        <p:spPr>
          <a:xfrm>
            <a:off x="2455580" y="2870940"/>
            <a:ext cx="1591206" cy="12170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31" dirty="0">
              <a:solidFill>
                <a:sysClr val="windowText" lastClr="000000"/>
              </a:solidFill>
            </a:endParaRPr>
          </a:p>
        </p:txBody>
      </p:sp>
      <p:sp>
        <p:nvSpPr>
          <p:cNvPr id="631" name="文字方塊 630">
            <a:extLst>
              <a:ext uri="{FF2B5EF4-FFF2-40B4-BE49-F238E27FC236}">
                <a16:creationId xmlns:a16="http://schemas.microsoft.com/office/drawing/2014/main" id="{1AA31D71-DAF6-615B-4346-D646E314F1AD}"/>
              </a:ext>
            </a:extLst>
          </p:cNvPr>
          <p:cNvSpPr txBox="1"/>
          <p:nvPr/>
        </p:nvSpPr>
        <p:spPr>
          <a:xfrm>
            <a:off x="2455578" y="3105381"/>
            <a:ext cx="1591208" cy="748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C45</a:t>
            </a:r>
          </a:p>
          <a:p>
            <a:pPr algn="ctr"/>
            <a:r>
              <a:rPr lang="zh-TW" altLang="en-US" sz="2131" dirty="0"/>
              <a:t>導軌插座</a:t>
            </a:r>
          </a:p>
        </p:txBody>
      </p:sp>
      <p:sp>
        <p:nvSpPr>
          <p:cNvPr id="632" name="文字方塊 631">
            <a:extLst>
              <a:ext uri="{FF2B5EF4-FFF2-40B4-BE49-F238E27FC236}">
                <a16:creationId xmlns:a16="http://schemas.microsoft.com/office/drawing/2014/main" id="{DFA0F14E-85AF-0AF9-6AE0-B682E662A366}"/>
              </a:ext>
            </a:extLst>
          </p:cNvPr>
          <p:cNvSpPr txBox="1"/>
          <p:nvPr/>
        </p:nvSpPr>
        <p:spPr>
          <a:xfrm>
            <a:off x="3251182" y="2870940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634" name="文字方塊 633">
            <a:extLst>
              <a:ext uri="{FF2B5EF4-FFF2-40B4-BE49-F238E27FC236}">
                <a16:creationId xmlns:a16="http://schemas.microsoft.com/office/drawing/2014/main" id="{14685DEB-A20E-72B1-1629-03A8D3BDE286}"/>
              </a:ext>
            </a:extLst>
          </p:cNvPr>
          <p:cNvSpPr txBox="1"/>
          <p:nvPr/>
        </p:nvSpPr>
        <p:spPr>
          <a:xfrm>
            <a:off x="3251182" y="371864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-</a:t>
            </a:r>
            <a:endParaRPr lang="zh-TW" altLang="en-US" dirty="0"/>
          </a:p>
        </p:txBody>
      </p:sp>
      <p:sp>
        <p:nvSpPr>
          <p:cNvPr id="635" name="文字方塊 634">
            <a:extLst>
              <a:ext uri="{FF2B5EF4-FFF2-40B4-BE49-F238E27FC236}">
                <a16:creationId xmlns:a16="http://schemas.microsoft.com/office/drawing/2014/main" id="{D38E25A4-9356-A2C0-D7F3-5EDA8FFAC8C4}"/>
              </a:ext>
            </a:extLst>
          </p:cNvPr>
          <p:cNvSpPr txBox="1"/>
          <p:nvPr/>
        </p:nvSpPr>
        <p:spPr>
          <a:xfrm>
            <a:off x="2452846" y="2870940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636" name="文字方塊 635">
            <a:extLst>
              <a:ext uri="{FF2B5EF4-FFF2-40B4-BE49-F238E27FC236}">
                <a16:creationId xmlns:a16="http://schemas.microsoft.com/office/drawing/2014/main" id="{54B89489-521A-510C-4640-A91548CBA1FE}"/>
              </a:ext>
            </a:extLst>
          </p:cNvPr>
          <p:cNvSpPr txBox="1"/>
          <p:nvPr/>
        </p:nvSpPr>
        <p:spPr>
          <a:xfrm>
            <a:off x="2452846" y="371864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-</a:t>
            </a:r>
            <a:endParaRPr lang="zh-TW" altLang="en-US" dirty="0"/>
          </a:p>
        </p:txBody>
      </p:sp>
      <p:cxnSp>
        <p:nvCxnSpPr>
          <p:cNvPr id="638" name="接點: 肘形 637">
            <a:extLst>
              <a:ext uri="{FF2B5EF4-FFF2-40B4-BE49-F238E27FC236}">
                <a16:creationId xmlns:a16="http://schemas.microsoft.com/office/drawing/2014/main" id="{E9DD64AF-C17B-F197-351D-EC22467B1D65}"/>
              </a:ext>
            </a:extLst>
          </p:cNvPr>
          <p:cNvCxnSpPr>
            <a:endCxn id="632" idx="3"/>
          </p:cNvCxnSpPr>
          <p:nvPr/>
        </p:nvCxnSpPr>
        <p:spPr>
          <a:xfrm rot="10800000" flipV="1">
            <a:off x="4071393" y="2973850"/>
            <a:ext cx="1572939" cy="81755"/>
          </a:xfrm>
          <a:prstGeom prst="bentConnector3">
            <a:avLst>
              <a:gd name="adj1" fmla="val 10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接點: 肘形 639">
            <a:extLst>
              <a:ext uri="{FF2B5EF4-FFF2-40B4-BE49-F238E27FC236}">
                <a16:creationId xmlns:a16="http://schemas.microsoft.com/office/drawing/2014/main" id="{5729A3AB-4A6B-EBDC-AD41-14DFD96EA6F4}"/>
              </a:ext>
            </a:extLst>
          </p:cNvPr>
          <p:cNvCxnSpPr>
            <a:cxnSpLocks/>
            <a:stCxn id="626" idx="2"/>
            <a:endCxn id="634" idx="3"/>
          </p:cNvCxnSpPr>
          <p:nvPr/>
        </p:nvCxnSpPr>
        <p:spPr>
          <a:xfrm rot="5400000">
            <a:off x="4770104" y="2258084"/>
            <a:ext cx="946515" cy="2343937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9" name="矩形 648">
            <a:extLst>
              <a:ext uri="{FF2B5EF4-FFF2-40B4-BE49-F238E27FC236}">
                <a16:creationId xmlns:a16="http://schemas.microsoft.com/office/drawing/2014/main" id="{64F20A1D-B728-7BEF-ADA1-D32ACE58F730}"/>
              </a:ext>
            </a:extLst>
          </p:cNvPr>
          <p:cNvSpPr/>
          <p:nvPr/>
        </p:nvSpPr>
        <p:spPr>
          <a:xfrm>
            <a:off x="837034" y="4739092"/>
            <a:ext cx="1591206" cy="12170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31" dirty="0">
              <a:solidFill>
                <a:sysClr val="windowText" lastClr="000000"/>
              </a:solidFill>
            </a:endParaRPr>
          </a:p>
        </p:txBody>
      </p:sp>
      <p:sp>
        <p:nvSpPr>
          <p:cNvPr id="650" name="文字方塊 649">
            <a:extLst>
              <a:ext uri="{FF2B5EF4-FFF2-40B4-BE49-F238E27FC236}">
                <a16:creationId xmlns:a16="http://schemas.microsoft.com/office/drawing/2014/main" id="{5C1068A0-781A-64C3-662A-6A34F3D342F0}"/>
              </a:ext>
            </a:extLst>
          </p:cNvPr>
          <p:cNvSpPr txBox="1"/>
          <p:nvPr/>
        </p:nvSpPr>
        <p:spPr>
          <a:xfrm>
            <a:off x="837032" y="5108424"/>
            <a:ext cx="1591208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5V </a:t>
            </a:r>
            <a:r>
              <a:rPr lang="zh-TW" altLang="en-US" sz="2131" dirty="0"/>
              <a:t>變壓器</a:t>
            </a:r>
          </a:p>
        </p:txBody>
      </p:sp>
      <p:sp>
        <p:nvSpPr>
          <p:cNvPr id="651" name="文字方塊 650">
            <a:extLst>
              <a:ext uri="{FF2B5EF4-FFF2-40B4-BE49-F238E27FC236}">
                <a16:creationId xmlns:a16="http://schemas.microsoft.com/office/drawing/2014/main" id="{F96F5B80-DF78-60E6-BAAD-4500FAE553FC}"/>
              </a:ext>
            </a:extLst>
          </p:cNvPr>
          <p:cNvSpPr txBox="1"/>
          <p:nvPr/>
        </p:nvSpPr>
        <p:spPr>
          <a:xfrm>
            <a:off x="1632636" y="4739092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110-</a:t>
            </a:r>
            <a:endParaRPr lang="zh-TW" altLang="en-US" dirty="0"/>
          </a:p>
        </p:txBody>
      </p:sp>
      <p:sp>
        <p:nvSpPr>
          <p:cNvPr id="652" name="文字方塊 651">
            <a:extLst>
              <a:ext uri="{FF2B5EF4-FFF2-40B4-BE49-F238E27FC236}">
                <a16:creationId xmlns:a16="http://schemas.microsoft.com/office/drawing/2014/main" id="{063AD469-764E-42B3-D24E-17605FBBCC60}"/>
              </a:ext>
            </a:extLst>
          </p:cNvPr>
          <p:cNvSpPr txBox="1"/>
          <p:nvPr/>
        </p:nvSpPr>
        <p:spPr>
          <a:xfrm>
            <a:off x="1632636" y="5586796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5-</a:t>
            </a:r>
            <a:endParaRPr lang="zh-TW" altLang="en-US" dirty="0"/>
          </a:p>
        </p:txBody>
      </p:sp>
      <p:sp>
        <p:nvSpPr>
          <p:cNvPr id="653" name="文字方塊 652">
            <a:extLst>
              <a:ext uri="{FF2B5EF4-FFF2-40B4-BE49-F238E27FC236}">
                <a16:creationId xmlns:a16="http://schemas.microsoft.com/office/drawing/2014/main" id="{7351F682-3145-B271-6CD5-E9C12136C360}"/>
              </a:ext>
            </a:extLst>
          </p:cNvPr>
          <p:cNvSpPr txBox="1"/>
          <p:nvPr/>
        </p:nvSpPr>
        <p:spPr>
          <a:xfrm>
            <a:off x="834300" y="4739092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110+</a:t>
            </a:r>
            <a:endParaRPr lang="zh-TW" altLang="en-US" dirty="0"/>
          </a:p>
        </p:txBody>
      </p:sp>
      <p:sp>
        <p:nvSpPr>
          <p:cNvPr id="654" name="文字方塊 653">
            <a:extLst>
              <a:ext uri="{FF2B5EF4-FFF2-40B4-BE49-F238E27FC236}">
                <a16:creationId xmlns:a16="http://schemas.microsoft.com/office/drawing/2014/main" id="{132082F1-82C7-693B-77CD-B16D57CDA535}"/>
              </a:ext>
            </a:extLst>
          </p:cNvPr>
          <p:cNvSpPr txBox="1"/>
          <p:nvPr/>
        </p:nvSpPr>
        <p:spPr>
          <a:xfrm>
            <a:off x="834300" y="5586796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5+</a:t>
            </a:r>
            <a:endParaRPr lang="zh-TW" altLang="en-US" dirty="0"/>
          </a:p>
        </p:txBody>
      </p:sp>
      <p:cxnSp>
        <p:nvCxnSpPr>
          <p:cNvPr id="655" name="接點: 肘形 654">
            <a:extLst>
              <a:ext uri="{FF2B5EF4-FFF2-40B4-BE49-F238E27FC236}">
                <a16:creationId xmlns:a16="http://schemas.microsoft.com/office/drawing/2014/main" id="{B35BE691-E376-AF30-EC9B-8437D359CA6C}"/>
              </a:ext>
            </a:extLst>
          </p:cNvPr>
          <p:cNvCxnSpPr>
            <a:cxnSpLocks/>
            <a:stCxn id="635" idx="1"/>
            <a:endCxn id="653" idx="0"/>
          </p:cNvCxnSpPr>
          <p:nvPr/>
        </p:nvCxnSpPr>
        <p:spPr>
          <a:xfrm rot="10800000" flipV="1">
            <a:off x="1244406" y="3055606"/>
            <a:ext cx="1208441" cy="1683486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接點: 肘形 657">
            <a:extLst>
              <a:ext uri="{FF2B5EF4-FFF2-40B4-BE49-F238E27FC236}">
                <a16:creationId xmlns:a16="http://schemas.microsoft.com/office/drawing/2014/main" id="{D7B88551-10D2-E84A-3467-0DFF36137A2F}"/>
              </a:ext>
            </a:extLst>
          </p:cNvPr>
          <p:cNvCxnSpPr>
            <a:cxnSpLocks/>
            <a:stCxn id="636" idx="1"/>
            <a:endCxn id="651" idx="0"/>
          </p:cNvCxnSpPr>
          <p:nvPr/>
        </p:nvCxnSpPr>
        <p:spPr>
          <a:xfrm rot="10800000" flipV="1">
            <a:off x="2042742" y="3903310"/>
            <a:ext cx="410105" cy="835782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矩形 662">
            <a:extLst>
              <a:ext uri="{FF2B5EF4-FFF2-40B4-BE49-F238E27FC236}">
                <a16:creationId xmlns:a16="http://schemas.microsoft.com/office/drawing/2014/main" id="{4C0B13B9-245D-9028-7F53-905922CACB37}"/>
              </a:ext>
            </a:extLst>
          </p:cNvPr>
          <p:cNvSpPr/>
          <p:nvPr/>
        </p:nvSpPr>
        <p:spPr>
          <a:xfrm>
            <a:off x="837034" y="7227049"/>
            <a:ext cx="1591206" cy="12170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31" dirty="0">
              <a:solidFill>
                <a:sysClr val="windowText" lastClr="000000"/>
              </a:solidFill>
            </a:endParaRPr>
          </a:p>
        </p:txBody>
      </p:sp>
      <p:sp>
        <p:nvSpPr>
          <p:cNvPr id="664" name="文字方塊 663">
            <a:extLst>
              <a:ext uri="{FF2B5EF4-FFF2-40B4-BE49-F238E27FC236}">
                <a16:creationId xmlns:a16="http://schemas.microsoft.com/office/drawing/2014/main" id="{848CCFD1-EC60-778A-7FB9-EC6A294F3575}"/>
              </a:ext>
            </a:extLst>
          </p:cNvPr>
          <p:cNvSpPr txBox="1"/>
          <p:nvPr/>
        </p:nvSpPr>
        <p:spPr>
          <a:xfrm>
            <a:off x="837032" y="7596381"/>
            <a:ext cx="1591208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131" dirty="0"/>
              <a:t>樹莓派</a:t>
            </a:r>
          </a:p>
        </p:txBody>
      </p:sp>
      <p:sp>
        <p:nvSpPr>
          <p:cNvPr id="666" name="文字方塊 665">
            <a:extLst>
              <a:ext uri="{FF2B5EF4-FFF2-40B4-BE49-F238E27FC236}">
                <a16:creationId xmlns:a16="http://schemas.microsoft.com/office/drawing/2014/main" id="{64909D0B-C1BF-5825-8FF3-746B3E7E69D7}"/>
              </a:ext>
            </a:extLst>
          </p:cNvPr>
          <p:cNvSpPr txBox="1"/>
          <p:nvPr/>
        </p:nvSpPr>
        <p:spPr>
          <a:xfrm>
            <a:off x="1632636" y="8074753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GND</a:t>
            </a:r>
            <a:endParaRPr lang="zh-TW" altLang="en-US" dirty="0"/>
          </a:p>
        </p:txBody>
      </p:sp>
      <p:sp>
        <p:nvSpPr>
          <p:cNvPr id="668" name="文字方塊 667">
            <a:extLst>
              <a:ext uri="{FF2B5EF4-FFF2-40B4-BE49-F238E27FC236}">
                <a16:creationId xmlns:a16="http://schemas.microsoft.com/office/drawing/2014/main" id="{8D38E640-2D33-A939-B93F-09EC37F7A392}"/>
              </a:ext>
            </a:extLst>
          </p:cNvPr>
          <p:cNvSpPr txBox="1"/>
          <p:nvPr/>
        </p:nvSpPr>
        <p:spPr>
          <a:xfrm>
            <a:off x="834300" y="8074753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P1</a:t>
            </a:r>
            <a:endParaRPr lang="zh-TW" altLang="en-US" dirty="0"/>
          </a:p>
        </p:txBody>
      </p:sp>
      <p:sp>
        <p:nvSpPr>
          <p:cNvPr id="669" name="文字方塊 668">
            <a:extLst>
              <a:ext uri="{FF2B5EF4-FFF2-40B4-BE49-F238E27FC236}">
                <a16:creationId xmlns:a16="http://schemas.microsoft.com/office/drawing/2014/main" id="{228CE2DF-6C6F-91D9-2C12-95A3F76BBDBD}"/>
              </a:ext>
            </a:extLst>
          </p:cNvPr>
          <p:cNvSpPr txBox="1"/>
          <p:nvPr/>
        </p:nvSpPr>
        <p:spPr>
          <a:xfrm>
            <a:off x="1632636" y="7227049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5-</a:t>
            </a:r>
            <a:endParaRPr lang="zh-TW" altLang="en-US" dirty="0"/>
          </a:p>
        </p:txBody>
      </p:sp>
      <p:sp>
        <p:nvSpPr>
          <p:cNvPr id="670" name="文字方塊 669">
            <a:extLst>
              <a:ext uri="{FF2B5EF4-FFF2-40B4-BE49-F238E27FC236}">
                <a16:creationId xmlns:a16="http://schemas.microsoft.com/office/drawing/2014/main" id="{3C7487EA-71C2-E952-6D1A-729F2CCFAC93}"/>
              </a:ext>
            </a:extLst>
          </p:cNvPr>
          <p:cNvSpPr txBox="1"/>
          <p:nvPr/>
        </p:nvSpPr>
        <p:spPr>
          <a:xfrm>
            <a:off x="834300" y="7227049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5+</a:t>
            </a:r>
            <a:endParaRPr lang="zh-TW" altLang="en-US" dirty="0"/>
          </a:p>
        </p:txBody>
      </p:sp>
      <p:cxnSp>
        <p:nvCxnSpPr>
          <p:cNvPr id="671" name="直線接點 670">
            <a:extLst>
              <a:ext uri="{FF2B5EF4-FFF2-40B4-BE49-F238E27FC236}">
                <a16:creationId xmlns:a16="http://schemas.microsoft.com/office/drawing/2014/main" id="{28AD3CB1-C990-4127-9322-69EA937F6D92}"/>
              </a:ext>
            </a:extLst>
          </p:cNvPr>
          <p:cNvCxnSpPr>
            <a:cxnSpLocks/>
            <a:stCxn id="654" idx="2"/>
            <a:endCxn id="670" idx="0"/>
          </p:cNvCxnSpPr>
          <p:nvPr/>
        </p:nvCxnSpPr>
        <p:spPr>
          <a:xfrm>
            <a:off x="1244405" y="5956128"/>
            <a:ext cx="0" cy="12709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直線接點 675">
            <a:extLst>
              <a:ext uri="{FF2B5EF4-FFF2-40B4-BE49-F238E27FC236}">
                <a16:creationId xmlns:a16="http://schemas.microsoft.com/office/drawing/2014/main" id="{0D4CC57C-C9B7-B249-22C7-2484D1945874}"/>
              </a:ext>
            </a:extLst>
          </p:cNvPr>
          <p:cNvCxnSpPr>
            <a:cxnSpLocks/>
            <a:stCxn id="652" idx="2"/>
            <a:endCxn id="669" idx="0"/>
          </p:cNvCxnSpPr>
          <p:nvPr/>
        </p:nvCxnSpPr>
        <p:spPr>
          <a:xfrm>
            <a:off x="2042741" y="5956128"/>
            <a:ext cx="0" cy="12709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9" name="矩形 678">
            <a:extLst>
              <a:ext uri="{FF2B5EF4-FFF2-40B4-BE49-F238E27FC236}">
                <a16:creationId xmlns:a16="http://schemas.microsoft.com/office/drawing/2014/main" id="{90520BBC-D4B9-F754-2749-17070388049F}"/>
              </a:ext>
            </a:extLst>
          </p:cNvPr>
          <p:cNvSpPr/>
          <p:nvPr/>
        </p:nvSpPr>
        <p:spPr>
          <a:xfrm>
            <a:off x="845811" y="11671142"/>
            <a:ext cx="1591206" cy="12170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31" dirty="0">
              <a:solidFill>
                <a:sysClr val="windowText" lastClr="000000"/>
              </a:solidFill>
            </a:endParaRPr>
          </a:p>
        </p:txBody>
      </p:sp>
      <p:sp>
        <p:nvSpPr>
          <p:cNvPr id="680" name="文字方塊 679">
            <a:extLst>
              <a:ext uri="{FF2B5EF4-FFF2-40B4-BE49-F238E27FC236}">
                <a16:creationId xmlns:a16="http://schemas.microsoft.com/office/drawing/2014/main" id="{734FF783-B638-FC64-45A9-5C1FE3EFFADB}"/>
              </a:ext>
            </a:extLst>
          </p:cNvPr>
          <p:cNvSpPr txBox="1"/>
          <p:nvPr/>
        </p:nvSpPr>
        <p:spPr>
          <a:xfrm>
            <a:off x="845809" y="12040474"/>
            <a:ext cx="1591208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131" dirty="0"/>
              <a:t>三色燈</a:t>
            </a:r>
          </a:p>
        </p:txBody>
      </p:sp>
      <p:sp>
        <p:nvSpPr>
          <p:cNvPr id="685" name="矩形 684">
            <a:extLst>
              <a:ext uri="{FF2B5EF4-FFF2-40B4-BE49-F238E27FC236}">
                <a16:creationId xmlns:a16="http://schemas.microsoft.com/office/drawing/2014/main" id="{09B84CEE-ABA6-297C-CD85-12D88A5BDB71}"/>
              </a:ext>
            </a:extLst>
          </p:cNvPr>
          <p:cNvSpPr/>
          <p:nvPr/>
        </p:nvSpPr>
        <p:spPr>
          <a:xfrm>
            <a:off x="845811" y="9360456"/>
            <a:ext cx="1591206" cy="1462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31" dirty="0">
              <a:solidFill>
                <a:sysClr val="windowText" lastClr="000000"/>
              </a:solidFill>
            </a:endParaRPr>
          </a:p>
        </p:txBody>
      </p:sp>
      <p:sp>
        <p:nvSpPr>
          <p:cNvPr id="686" name="文字方塊 685">
            <a:extLst>
              <a:ext uri="{FF2B5EF4-FFF2-40B4-BE49-F238E27FC236}">
                <a16:creationId xmlns:a16="http://schemas.microsoft.com/office/drawing/2014/main" id="{451F4F8D-DA8F-A11A-A954-FBAE8006489E}"/>
              </a:ext>
            </a:extLst>
          </p:cNvPr>
          <p:cNvSpPr txBox="1"/>
          <p:nvPr/>
        </p:nvSpPr>
        <p:spPr>
          <a:xfrm>
            <a:off x="845809" y="9717870"/>
            <a:ext cx="1591208" cy="748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DC24</a:t>
            </a:r>
          </a:p>
          <a:p>
            <a:pPr algn="ctr"/>
            <a:r>
              <a:rPr lang="en-US" altLang="zh-TW" sz="2131" dirty="0"/>
              <a:t>MY2N-GS</a:t>
            </a:r>
            <a:endParaRPr lang="zh-TW" altLang="en-US" sz="2131" dirty="0"/>
          </a:p>
        </p:txBody>
      </p:sp>
      <p:cxnSp>
        <p:nvCxnSpPr>
          <p:cNvPr id="688" name="直線接點 687">
            <a:extLst>
              <a:ext uri="{FF2B5EF4-FFF2-40B4-BE49-F238E27FC236}">
                <a16:creationId xmlns:a16="http://schemas.microsoft.com/office/drawing/2014/main" id="{1C9B833A-9CB7-C6BC-9243-24CE08772D69}"/>
              </a:ext>
            </a:extLst>
          </p:cNvPr>
          <p:cNvCxnSpPr>
            <a:cxnSpLocks/>
          </p:cNvCxnSpPr>
          <p:nvPr/>
        </p:nvCxnSpPr>
        <p:spPr>
          <a:xfrm>
            <a:off x="2042741" y="10823438"/>
            <a:ext cx="0" cy="8477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直線接點 689">
            <a:extLst>
              <a:ext uri="{FF2B5EF4-FFF2-40B4-BE49-F238E27FC236}">
                <a16:creationId xmlns:a16="http://schemas.microsoft.com/office/drawing/2014/main" id="{32E612FA-68AB-D5F0-1A8D-EDE68DD9CCCF}"/>
              </a:ext>
            </a:extLst>
          </p:cNvPr>
          <p:cNvCxnSpPr>
            <a:cxnSpLocks/>
          </p:cNvCxnSpPr>
          <p:nvPr/>
        </p:nvCxnSpPr>
        <p:spPr>
          <a:xfrm>
            <a:off x="1286896" y="10823438"/>
            <a:ext cx="0" cy="8477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直線接點 691">
            <a:extLst>
              <a:ext uri="{FF2B5EF4-FFF2-40B4-BE49-F238E27FC236}">
                <a16:creationId xmlns:a16="http://schemas.microsoft.com/office/drawing/2014/main" id="{3949A9B9-C5EF-8E96-E9ED-8ECC866D6CB6}"/>
              </a:ext>
            </a:extLst>
          </p:cNvPr>
          <p:cNvCxnSpPr>
            <a:cxnSpLocks/>
          </p:cNvCxnSpPr>
          <p:nvPr/>
        </p:nvCxnSpPr>
        <p:spPr>
          <a:xfrm>
            <a:off x="1286896" y="8444085"/>
            <a:ext cx="0" cy="9163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直線接點 693">
            <a:extLst>
              <a:ext uri="{FF2B5EF4-FFF2-40B4-BE49-F238E27FC236}">
                <a16:creationId xmlns:a16="http://schemas.microsoft.com/office/drawing/2014/main" id="{1A834FFC-1290-631C-8BD4-28E497DDC7ED}"/>
              </a:ext>
            </a:extLst>
          </p:cNvPr>
          <p:cNvCxnSpPr>
            <a:cxnSpLocks/>
          </p:cNvCxnSpPr>
          <p:nvPr/>
        </p:nvCxnSpPr>
        <p:spPr>
          <a:xfrm>
            <a:off x="2042741" y="8444085"/>
            <a:ext cx="0" cy="9163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文字方塊 694">
            <a:extLst>
              <a:ext uri="{FF2B5EF4-FFF2-40B4-BE49-F238E27FC236}">
                <a16:creationId xmlns:a16="http://schemas.microsoft.com/office/drawing/2014/main" id="{2FFC5449-ADB5-A375-41D3-12389CD590A9}"/>
              </a:ext>
            </a:extLst>
          </p:cNvPr>
          <p:cNvSpPr txBox="1"/>
          <p:nvPr/>
        </p:nvSpPr>
        <p:spPr>
          <a:xfrm>
            <a:off x="5644331" y="614079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5-</a:t>
            </a:r>
            <a:endParaRPr lang="zh-TW" altLang="en-US" dirty="0"/>
          </a:p>
        </p:txBody>
      </p:sp>
      <p:sp>
        <p:nvSpPr>
          <p:cNvPr id="696" name="文字方塊 695">
            <a:extLst>
              <a:ext uri="{FF2B5EF4-FFF2-40B4-BE49-F238E27FC236}">
                <a16:creationId xmlns:a16="http://schemas.microsoft.com/office/drawing/2014/main" id="{919DBF96-D7BF-432F-BBAB-228146BE531C}"/>
              </a:ext>
            </a:extLst>
          </p:cNvPr>
          <p:cNvSpPr txBox="1"/>
          <p:nvPr/>
        </p:nvSpPr>
        <p:spPr>
          <a:xfrm>
            <a:off x="5013079" y="614079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5+</a:t>
            </a:r>
            <a:endParaRPr lang="zh-TW" altLang="en-US" dirty="0"/>
          </a:p>
        </p:txBody>
      </p:sp>
      <p:sp>
        <p:nvSpPr>
          <p:cNvPr id="697" name="文字方塊 696">
            <a:extLst>
              <a:ext uri="{FF2B5EF4-FFF2-40B4-BE49-F238E27FC236}">
                <a16:creationId xmlns:a16="http://schemas.microsoft.com/office/drawing/2014/main" id="{49EB7CA4-AA9D-500E-D685-F9CC850BF745}"/>
              </a:ext>
            </a:extLst>
          </p:cNvPr>
          <p:cNvSpPr txBox="1"/>
          <p:nvPr/>
        </p:nvSpPr>
        <p:spPr>
          <a:xfrm>
            <a:off x="16506370" y="614079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5-</a:t>
            </a:r>
            <a:endParaRPr lang="zh-TW" altLang="en-US" dirty="0"/>
          </a:p>
        </p:txBody>
      </p:sp>
      <p:sp>
        <p:nvSpPr>
          <p:cNvPr id="698" name="文字方塊 697">
            <a:extLst>
              <a:ext uri="{FF2B5EF4-FFF2-40B4-BE49-F238E27FC236}">
                <a16:creationId xmlns:a16="http://schemas.microsoft.com/office/drawing/2014/main" id="{C40B6042-11EB-80D0-849E-24078BB05DE6}"/>
              </a:ext>
            </a:extLst>
          </p:cNvPr>
          <p:cNvSpPr txBox="1"/>
          <p:nvPr/>
        </p:nvSpPr>
        <p:spPr>
          <a:xfrm>
            <a:off x="15875118" y="6140794"/>
            <a:ext cx="82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5+</a:t>
            </a:r>
            <a:endParaRPr lang="zh-TW" altLang="en-US" dirty="0"/>
          </a:p>
        </p:txBody>
      </p:sp>
      <p:sp>
        <p:nvSpPr>
          <p:cNvPr id="699" name="文字方塊 698">
            <a:extLst>
              <a:ext uri="{FF2B5EF4-FFF2-40B4-BE49-F238E27FC236}">
                <a16:creationId xmlns:a16="http://schemas.microsoft.com/office/drawing/2014/main" id="{106F1806-2479-FDBF-9522-0249286995E1}"/>
              </a:ext>
            </a:extLst>
          </p:cNvPr>
          <p:cNvSpPr txBox="1"/>
          <p:nvPr/>
        </p:nvSpPr>
        <p:spPr>
          <a:xfrm>
            <a:off x="9974213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110-</a:t>
            </a:r>
            <a:endParaRPr lang="zh-TW" altLang="en-US" sz="2131" dirty="0"/>
          </a:p>
        </p:txBody>
      </p:sp>
      <p:sp>
        <p:nvSpPr>
          <p:cNvPr id="700" name="文字方塊 699">
            <a:extLst>
              <a:ext uri="{FF2B5EF4-FFF2-40B4-BE49-F238E27FC236}">
                <a16:creationId xmlns:a16="http://schemas.microsoft.com/office/drawing/2014/main" id="{A92F70B1-2288-3434-C13F-7EA203A49763}"/>
              </a:ext>
            </a:extLst>
          </p:cNvPr>
          <p:cNvSpPr txBox="1"/>
          <p:nvPr/>
        </p:nvSpPr>
        <p:spPr>
          <a:xfrm>
            <a:off x="8934323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110+</a:t>
            </a:r>
            <a:endParaRPr lang="zh-TW" altLang="en-US" sz="2131" dirty="0"/>
          </a:p>
        </p:txBody>
      </p:sp>
      <p:sp>
        <p:nvSpPr>
          <p:cNvPr id="701" name="文字方塊 700">
            <a:extLst>
              <a:ext uri="{FF2B5EF4-FFF2-40B4-BE49-F238E27FC236}">
                <a16:creationId xmlns:a16="http://schemas.microsoft.com/office/drawing/2014/main" id="{5270843A-4309-4443-9756-DB8D2715BFFB}"/>
              </a:ext>
            </a:extLst>
          </p:cNvPr>
          <p:cNvSpPr txBox="1"/>
          <p:nvPr/>
        </p:nvSpPr>
        <p:spPr>
          <a:xfrm>
            <a:off x="15661230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110-</a:t>
            </a:r>
            <a:endParaRPr lang="zh-TW" altLang="en-US" sz="2131" dirty="0"/>
          </a:p>
        </p:txBody>
      </p:sp>
      <p:sp>
        <p:nvSpPr>
          <p:cNvPr id="702" name="文字方塊 701">
            <a:extLst>
              <a:ext uri="{FF2B5EF4-FFF2-40B4-BE49-F238E27FC236}">
                <a16:creationId xmlns:a16="http://schemas.microsoft.com/office/drawing/2014/main" id="{021F5436-6401-4BA2-F182-D22975720C9C}"/>
              </a:ext>
            </a:extLst>
          </p:cNvPr>
          <p:cNvSpPr txBox="1"/>
          <p:nvPr/>
        </p:nvSpPr>
        <p:spPr>
          <a:xfrm>
            <a:off x="14621340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110+</a:t>
            </a:r>
            <a:endParaRPr lang="zh-TW" altLang="en-US" sz="2131" dirty="0"/>
          </a:p>
        </p:txBody>
      </p:sp>
      <p:sp>
        <p:nvSpPr>
          <p:cNvPr id="703" name="文字方塊 702">
            <a:extLst>
              <a:ext uri="{FF2B5EF4-FFF2-40B4-BE49-F238E27FC236}">
                <a16:creationId xmlns:a16="http://schemas.microsoft.com/office/drawing/2014/main" id="{A1377F48-8AB0-4ECB-3CED-2395E1FC8ABD}"/>
              </a:ext>
            </a:extLst>
          </p:cNvPr>
          <p:cNvSpPr txBox="1"/>
          <p:nvPr/>
        </p:nvSpPr>
        <p:spPr>
          <a:xfrm>
            <a:off x="21433431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110-</a:t>
            </a:r>
            <a:endParaRPr lang="zh-TW" altLang="en-US" sz="2131" dirty="0"/>
          </a:p>
        </p:txBody>
      </p:sp>
      <p:sp>
        <p:nvSpPr>
          <p:cNvPr id="704" name="文字方塊 703">
            <a:extLst>
              <a:ext uri="{FF2B5EF4-FFF2-40B4-BE49-F238E27FC236}">
                <a16:creationId xmlns:a16="http://schemas.microsoft.com/office/drawing/2014/main" id="{B37C4043-B2B9-1756-CA8D-7B7721ACA146}"/>
              </a:ext>
            </a:extLst>
          </p:cNvPr>
          <p:cNvSpPr txBox="1"/>
          <p:nvPr/>
        </p:nvSpPr>
        <p:spPr>
          <a:xfrm>
            <a:off x="20393541" y="7157319"/>
            <a:ext cx="820210" cy="4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131" dirty="0"/>
              <a:t>110+</a:t>
            </a:r>
            <a:endParaRPr lang="zh-TW" altLang="en-US" sz="2131" dirty="0"/>
          </a:p>
        </p:txBody>
      </p:sp>
    </p:spTree>
    <p:extLst>
      <p:ext uri="{BB962C8B-B14F-4D97-AF65-F5344CB8AC3E}">
        <p14:creationId xmlns:p14="http://schemas.microsoft.com/office/powerpoint/2010/main" val="1183666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12943</TotalTime>
  <Words>323</Words>
  <Application>Microsoft Office PowerPoint</Application>
  <PresentationFormat>自訂</PresentationFormat>
  <Paragraphs>243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永傑 洪</dc:creator>
  <cp:lastModifiedBy>永傑 洪</cp:lastModifiedBy>
  <cp:revision>1</cp:revision>
  <dcterms:created xsi:type="dcterms:W3CDTF">2025-06-23T08:54:19Z</dcterms:created>
  <dcterms:modified xsi:type="dcterms:W3CDTF">2025-07-02T08:37:36Z</dcterms:modified>
</cp:coreProperties>
</file>