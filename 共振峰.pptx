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77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61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17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4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663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2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097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75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91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14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03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513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C89C8-987E-4C64-9088-13DC8FA6C7D2}" type="datetimeFigureOut">
              <a:rPr lang="zh-TW" altLang="en-US" smtClean="0"/>
              <a:t>2018/9/11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58AA5-B26B-4312-9B22-FC4F141219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61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06" y="87296"/>
            <a:ext cx="4515001" cy="337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05" y="3464796"/>
            <a:ext cx="4515001" cy="3377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106" y="3464796"/>
            <a:ext cx="4515001" cy="33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4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359" y="0"/>
            <a:ext cx="4515001" cy="337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761" y="0"/>
            <a:ext cx="4515001" cy="3377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4240" y="3377500"/>
            <a:ext cx="4515001" cy="3377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702" y="3377500"/>
            <a:ext cx="4515001" cy="33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08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15001" cy="337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1" y="0"/>
            <a:ext cx="4515001" cy="3377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80500"/>
            <a:ext cx="4515001" cy="3377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01" y="3480500"/>
            <a:ext cx="4515001" cy="33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06"/>
            <a:ext cx="4515001" cy="337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263" y="144206"/>
            <a:ext cx="4515001" cy="3377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80500"/>
            <a:ext cx="4515001" cy="3377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263" y="3480500"/>
            <a:ext cx="4515001" cy="33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33" y="0"/>
            <a:ext cx="4515001" cy="337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534" y="0"/>
            <a:ext cx="4515001" cy="3377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33" y="3377500"/>
            <a:ext cx="4515001" cy="3377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534" y="3377500"/>
            <a:ext cx="4515001" cy="33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6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15001" cy="337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1" y="0"/>
            <a:ext cx="4515001" cy="3377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7500"/>
            <a:ext cx="4515001" cy="3377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01" y="3377500"/>
            <a:ext cx="4515001" cy="33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4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425" y="115248"/>
            <a:ext cx="4642575" cy="347787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00680" y="115248"/>
            <a:ext cx="67652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切換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濾波器的條件：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採用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128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個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濾波器組，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組成低頻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濾波器，截止頻率為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[100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4000]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頻率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2000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以下有共振峰。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高頻沒有共振峰。（音節之間的斷點處或指令詞靜默區間）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採用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128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個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濾波器組，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高頻濾波器，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截止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頻率的範圍，取決於共振峰：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2000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至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8000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千有共振峰。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63" y="4141698"/>
            <a:ext cx="3414220" cy="255768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983" y="4141699"/>
            <a:ext cx="3414219" cy="2557682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202" y="4141698"/>
            <a:ext cx="3414220" cy="2557682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10363421" y="4141697"/>
            <a:ext cx="1203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共振峰值：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4343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5281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6437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7375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128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425" y="115248"/>
            <a:ext cx="4642575" cy="34778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1077"/>
            <a:ext cx="4081134" cy="305000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134" y="3761077"/>
            <a:ext cx="4071417" cy="305000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986" y="3761077"/>
            <a:ext cx="4071416" cy="3050005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4081135" y="3630758"/>
            <a:ext cx="3774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切換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濾波器的原始特徵圖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53283" y="3625520"/>
            <a:ext cx="408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CMF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CIMF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的原始特徵圖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00680" y="115248"/>
            <a:ext cx="67652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切換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濾波器的條件：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採用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128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個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濾波器組，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組成低頻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濾波器，截止頻率為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[100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4000]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頻率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2000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以下有共振峰。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高頻沒有共振峰。（音節之間的斷點處或指令詞靜默區間）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採用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128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個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Mel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濾波器組，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高頻濾波器，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截止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頻率的範圍，取決於共振峰：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2000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至</a:t>
            </a:r>
            <a:r>
              <a:rPr lang="en-US" altLang="zh-TW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8000</a:t>
            </a:r>
            <a:r>
              <a:rPr lang="zh-TW" altLang="en-US" sz="20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千有共振峰。</a:t>
            </a:r>
            <a:endParaRPr lang="en-US" altLang="zh-TW" sz="20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390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2574</TotalTime>
  <Words>178</Words>
  <Application>Microsoft Office PowerPoint</Application>
  <PresentationFormat>寬螢幕</PresentationFormat>
  <Paragraphs>23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Lab503</dc:creator>
  <cp:lastModifiedBy>Windows 使用者</cp:lastModifiedBy>
  <cp:revision>8</cp:revision>
  <dcterms:created xsi:type="dcterms:W3CDTF">2018-09-09T15:31:54Z</dcterms:created>
  <dcterms:modified xsi:type="dcterms:W3CDTF">2018-09-13T08:22:45Z</dcterms:modified>
</cp:coreProperties>
</file>